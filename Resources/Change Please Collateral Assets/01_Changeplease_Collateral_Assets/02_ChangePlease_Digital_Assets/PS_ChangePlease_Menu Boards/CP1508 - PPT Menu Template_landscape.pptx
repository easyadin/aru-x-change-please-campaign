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3" r:id="rId1"/>
  </p:sldMasterIdLst>
  <p:notesMasterIdLst>
    <p:notesMasterId r:id="rId7"/>
  </p:notesMasterIdLst>
  <p:handoutMasterIdLst>
    <p:handoutMasterId r:id="rId8"/>
  </p:handoutMasterIdLst>
  <p:sldIdLst>
    <p:sldId id="263" r:id="rId2"/>
    <p:sldId id="264" r:id="rId3"/>
    <p:sldId id="265" r:id="rId4"/>
    <p:sldId id="266" r:id="rId5"/>
    <p:sldId id="26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D3CE"/>
    <a:srgbClr val="FCF3EC"/>
    <a:srgbClr val="D43B4B"/>
    <a:srgbClr val="675E2C"/>
    <a:srgbClr val="0062AB"/>
    <a:srgbClr val="B4C8E4"/>
    <a:srgbClr val="B5CEB6"/>
    <a:srgbClr val="FFFFFF"/>
    <a:srgbClr val="1C1C4B"/>
    <a:srgbClr val="D22C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17"/>
    <p:restoredTop sz="96327"/>
  </p:normalViewPr>
  <p:slideViewPr>
    <p:cSldViewPr snapToGrid="0">
      <p:cViewPr varScale="1">
        <p:scale>
          <a:sx n="123" d="100"/>
          <a:sy n="123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38EB40-F0EA-0A48-8636-758422A3A7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7DCA8-27F0-C629-C100-1D6933EF84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086D6-B78B-304E-A250-3756A0B460C5}" type="datetimeFigureOut">
              <a:rPr lang="en-US" smtClean="0"/>
              <a:t>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2CA0C-E396-6FBC-4AD0-49B1B83CB7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E75C3-E4AF-80D3-6FD3-EFC06F036F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47A07F-6399-514F-84FF-F6B1ADDB2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9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86596-36D2-ED42-BC50-E179D3AC5F73}" type="datetimeFigureOut">
              <a:rPr lang="en-US" smtClean="0"/>
              <a:t>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9F368-DD41-2241-9C00-DEDEBB95B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576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9F368-DD41-2241-9C00-DEDEBB95B3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98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w to ed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18615F2-EB6F-4C40-D4C5-6B247230F1FC}"/>
              </a:ext>
            </a:extLst>
          </p:cNvPr>
          <p:cNvGrpSpPr/>
          <p:nvPr userDrawn="1"/>
        </p:nvGrpSpPr>
        <p:grpSpPr>
          <a:xfrm>
            <a:off x="256416" y="877772"/>
            <a:ext cx="3380241" cy="5330282"/>
            <a:chOff x="278994" y="1227728"/>
            <a:chExt cx="3380241" cy="5330282"/>
          </a:xfrm>
          <a:solidFill>
            <a:srgbClr val="F8D3CE"/>
          </a:solidFill>
        </p:grpSpPr>
        <p:pic>
          <p:nvPicPr>
            <p:cNvPr id="7" name="Picture 6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2E04BA68-BA81-7728-806F-93C57EB9E6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0450" y="2418031"/>
              <a:ext cx="2328785" cy="1884229"/>
            </a:xfrm>
            <a:prstGeom prst="rect">
              <a:avLst/>
            </a:prstGeom>
            <a:grpFill/>
          </p:spPr>
        </p:pic>
        <p:pic>
          <p:nvPicPr>
            <p:cNvPr id="8" name="Picture 7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1AD2B1BD-5D7B-722B-186E-FBEF574B8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977" y="1876781"/>
              <a:ext cx="1643039" cy="589228"/>
            </a:xfrm>
            <a:prstGeom prst="rect">
              <a:avLst/>
            </a:prstGeom>
            <a:grpFill/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21ADA27-1A62-52B8-46FE-DE16B632AC17}"/>
                </a:ext>
              </a:extLst>
            </p:cNvPr>
            <p:cNvSpPr txBox="1"/>
            <p:nvPr/>
          </p:nvSpPr>
          <p:spPr>
            <a:xfrm>
              <a:off x="428977" y="1227728"/>
              <a:ext cx="3230258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Select ‘New Slide’ to open all available layouts. </a:t>
              </a:r>
            </a:p>
            <a:p>
              <a:r>
                <a:rPr lang="en-US" sz="1200" dirty="0"/>
                <a:t>Choose template that suits your needs best and click on it.</a:t>
              </a:r>
            </a:p>
          </p:txBody>
        </p:sp>
        <p:pic>
          <p:nvPicPr>
            <p:cNvPr id="10" name="Picture 9" descr="A close-up of a card&#10;&#10;Description automatically generated">
              <a:extLst>
                <a:ext uri="{FF2B5EF4-FFF2-40B4-BE49-F238E27FC236}">
                  <a16:creationId xmlns:a16="http://schemas.microsoft.com/office/drawing/2014/main" id="{2E357A63-38ED-704B-5900-95769E674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8994" y="3129010"/>
              <a:ext cx="1201439" cy="3429000"/>
            </a:xfrm>
            <a:prstGeom prst="rect">
              <a:avLst/>
            </a:prstGeom>
            <a:grpFill/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C888067-1A62-4E82-DDEB-164F742B9267}"/>
                </a:ext>
              </a:extLst>
            </p:cNvPr>
            <p:cNvSpPr txBox="1"/>
            <p:nvPr/>
          </p:nvSpPr>
          <p:spPr>
            <a:xfrm>
              <a:off x="1480433" y="4762207"/>
              <a:ext cx="1365956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Your template will appear here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F31B720-3E69-F034-7612-F3B220D05492}"/>
              </a:ext>
            </a:extLst>
          </p:cNvPr>
          <p:cNvGrpSpPr/>
          <p:nvPr userDrawn="1"/>
        </p:nvGrpSpPr>
        <p:grpSpPr>
          <a:xfrm>
            <a:off x="4538130" y="877772"/>
            <a:ext cx="2949558" cy="5441398"/>
            <a:chOff x="4560708" y="1227728"/>
            <a:chExt cx="2949558" cy="54413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D75A67F-9AEC-4BF6-0685-EC7882E396E0}"/>
                </a:ext>
              </a:extLst>
            </p:cNvPr>
            <p:cNvSpPr txBox="1"/>
            <p:nvPr/>
          </p:nvSpPr>
          <p:spPr>
            <a:xfrm>
              <a:off x="4646966" y="1227728"/>
              <a:ext cx="2724677" cy="276999"/>
            </a:xfrm>
            <a:prstGeom prst="rect">
              <a:avLst/>
            </a:prstGeom>
            <a:solidFill>
              <a:srgbClr val="F8D3CE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There are 2 types of templates available.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F28148-3227-E960-28C5-D79B983887A2}"/>
                </a:ext>
              </a:extLst>
            </p:cNvPr>
            <p:cNvSpPr txBox="1"/>
            <p:nvPr/>
          </p:nvSpPr>
          <p:spPr>
            <a:xfrm>
              <a:off x="4646966" y="1555106"/>
              <a:ext cx="2724677" cy="646331"/>
            </a:xfrm>
            <a:prstGeom prst="rect">
              <a:avLst/>
            </a:prstGeom>
            <a:solidFill>
              <a:srgbClr val="F8D3CE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Template 1 contains </a:t>
              </a:r>
              <a:r>
                <a:rPr lang="en-US" sz="1200" dirty="0" err="1"/>
                <a:t>layed</a:t>
              </a:r>
              <a:r>
                <a:rPr lang="en-US" sz="1200" dirty="0"/>
                <a:t> out boxes.</a:t>
              </a:r>
            </a:p>
            <a:p>
              <a:r>
                <a:rPr lang="en-US" sz="1200" dirty="0"/>
                <a:t>They are editable when clicked inside text box. </a:t>
              </a:r>
            </a:p>
          </p:txBody>
        </p:sp>
        <p:pic>
          <p:nvPicPr>
            <p:cNvPr id="15" name="Picture 14" descr="A menu with prices and prices&#10;&#10;Description automatically generated with medium confidence">
              <a:extLst>
                <a:ext uri="{FF2B5EF4-FFF2-40B4-BE49-F238E27FC236}">
                  <a16:creationId xmlns:a16="http://schemas.microsoft.com/office/drawing/2014/main" id="{A1A71898-2BBA-6992-0B51-BD8421849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60708" y="2307510"/>
              <a:ext cx="1821121" cy="18842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6" name="Picture 15" descr="A screenshot of a menu&#10;&#10;Description automatically generated">
              <a:extLst>
                <a:ext uri="{FF2B5EF4-FFF2-40B4-BE49-F238E27FC236}">
                  <a16:creationId xmlns:a16="http://schemas.microsoft.com/office/drawing/2014/main" id="{2D999BE4-45AC-C22F-4AF2-A4DD0E969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30104" y="2918179"/>
              <a:ext cx="1680162" cy="173838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7077CA2-03F8-B2DA-DB02-99CF30EA8EE4}"/>
                </a:ext>
              </a:extLst>
            </p:cNvPr>
            <p:cNvSpPr txBox="1"/>
            <p:nvPr/>
          </p:nvSpPr>
          <p:spPr>
            <a:xfrm>
              <a:off x="4646966" y="4806306"/>
              <a:ext cx="2724677" cy="830997"/>
            </a:xfrm>
            <a:prstGeom prst="rect">
              <a:avLst/>
            </a:prstGeom>
            <a:solidFill>
              <a:srgbClr val="F8D3CE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Template 2 contains just section layout. </a:t>
              </a:r>
            </a:p>
            <a:p>
              <a:r>
                <a:rPr lang="en-US" sz="1200" dirty="0"/>
                <a:t>You are required to create your own text boxes and build layout for fully custom menu. </a:t>
              </a:r>
            </a:p>
          </p:txBody>
        </p:sp>
        <p:pic>
          <p:nvPicPr>
            <p:cNvPr id="18" name="Picture 17" descr="A menu with black lines&#10;&#10;Description automatically generated">
              <a:extLst>
                <a:ext uri="{FF2B5EF4-FFF2-40B4-BE49-F238E27FC236}">
                  <a16:creationId xmlns:a16="http://schemas.microsoft.com/office/drawing/2014/main" id="{DDE8011D-8111-CEB5-DF68-CA48C14187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6966" y="5788922"/>
              <a:ext cx="850723" cy="8802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9" name="Picture 18" descr="A close-up of a coffee menu&#10;&#10;Description automatically generated">
              <a:extLst>
                <a:ext uri="{FF2B5EF4-FFF2-40B4-BE49-F238E27FC236}">
                  <a16:creationId xmlns:a16="http://schemas.microsoft.com/office/drawing/2014/main" id="{3C235519-CB01-BEC2-0D49-8A3A0E65B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05601" y="5787045"/>
              <a:ext cx="1317391" cy="8802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109654C-0E80-E2E1-A39E-AEAAF8B9036C}"/>
              </a:ext>
            </a:extLst>
          </p:cNvPr>
          <p:cNvGrpSpPr/>
          <p:nvPr userDrawn="1"/>
        </p:nvGrpSpPr>
        <p:grpSpPr>
          <a:xfrm>
            <a:off x="8232931" y="877772"/>
            <a:ext cx="3338541" cy="3227468"/>
            <a:chOff x="8232931" y="877772"/>
            <a:chExt cx="3338541" cy="322746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6974010-9FF5-19CC-B345-A20B5B38F5DB}"/>
                </a:ext>
              </a:extLst>
            </p:cNvPr>
            <p:cNvSpPr txBox="1"/>
            <p:nvPr/>
          </p:nvSpPr>
          <p:spPr>
            <a:xfrm>
              <a:off x="8682743" y="877772"/>
              <a:ext cx="2481967" cy="461665"/>
            </a:xfrm>
            <a:prstGeom prst="rect">
              <a:avLst/>
            </a:prstGeom>
            <a:solidFill>
              <a:srgbClr val="F8D3CE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Please ensure that you are following basic typography guidelines</a:t>
              </a:r>
            </a:p>
          </p:txBody>
        </p:sp>
        <p:pic>
          <p:nvPicPr>
            <p:cNvPr id="22" name="Picture 21" descr="A screenshot of a phone&#10;&#10;Description automatically generated">
              <a:extLst>
                <a:ext uri="{FF2B5EF4-FFF2-40B4-BE49-F238E27FC236}">
                  <a16:creationId xmlns:a16="http://schemas.microsoft.com/office/drawing/2014/main" id="{7E362599-38DA-92CD-35D6-82A839C82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32931" y="1461833"/>
              <a:ext cx="2475991" cy="779296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68776BE-7AE3-0D7D-FC1E-E8F4AE85B1FD}"/>
                </a:ext>
              </a:extLst>
            </p:cNvPr>
            <p:cNvSpPr txBox="1"/>
            <p:nvPr/>
          </p:nvSpPr>
          <p:spPr>
            <a:xfrm>
              <a:off x="8757084" y="3274243"/>
              <a:ext cx="2481967" cy="830997"/>
            </a:xfrm>
            <a:prstGeom prst="rect">
              <a:avLst/>
            </a:prstGeom>
            <a:solidFill>
              <a:srgbClr val="F8D3CE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For all menu input, please ensure you are using Arial Regular font. Maximum size is 18pt.</a:t>
              </a:r>
            </a:p>
            <a:p>
              <a:r>
                <a:rPr lang="en-US" sz="1200" dirty="0"/>
                <a:t>Select Capitalize Each Word.</a:t>
              </a:r>
            </a:p>
          </p:txBody>
        </p:sp>
        <p:pic>
          <p:nvPicPr>
            <p:cNvPr id="24" name="Picture 23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ED642621-804E-80A2-BEA5-FE1184F7A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174620" y="1939415"/>
              <a:ext cx="1396852" cy="11503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8620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u+Seasonal">
    <p:bg>
      <p:bgPr>
        <a:solidFill>
          <a:srgbClr val="FC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ign with text on it&#10;&#10;Description automatically generated">
            <a:extLst>
              <a:ext uri="{FF2B5EF4-FFF2-40B4-BE49-F238E27FC236}">
                <a16:creationId xmlns:a16="http://schemas.microsoft.com/office/drawing/2014/main" id="{812C0BD2-AFA6-F0E4-850C-17A88F48CE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90310" y="-123600"/>
            <a:ext cx="2994491" cy="18685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0E4234-F178-383A-A6F8-FA5C66F9FDCB}"/>
              </a:ext>
            </a:extLst>
          </p:cNvPr>
          <p:cNvSpPr txBox="1"/>
          <p:nvPr userDrawn="1"/>
        </p:nvSpPr>
        <p:spPr>
          <a:xfrm>
            <a:off x="1199278" y="1442138"/>
            <a:ext cx="14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COFFEE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48B7D-9D61-B8C0-44C9-9E6AC78EECFA}"/>
              </a:ext>
            </a:extLst>
          </p:cNvPr>
          <p:cNvSpPr txBox="1"/>
          <p:nvPr userDrawn="1"/>
        </p:nvSpPr>
        <p:spPr>
          <a:xfrm>
            <a:off x="1199278" y="4018519"/>
            <a:ext cx="2111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HOT DRINKS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51FBA-B894-8651-C0FB-9DAAB0067332}"/>
              </a:ext>
            </a:extLst>
          </p:cNvPr>
          <p:cNvSpPr txBox="1"/>
          <p:nvPr userDrawn="1"/>
        </p:nvSpPr>
        <p:spPr>
          <a:xfrm>
            <a:off x="7177946" y="1404366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0" dirty="0">
                <a:latin typeface="Arial" panose="020B0604020202020204" pitchFamily="34" charset="0"/>
                <a:cs typeface="Arial" panose="020B0604020202020204" pitchFamily="34" charset="0"/>
              </a:rPr>
              <a:t>EXTRAS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95FFC0-1A16-B331-C6F8-9CD7C9B8DCFF}"/>
              </a:ext>
            </a:extLst>
          </p:cNvPr>
          <p:cNvCxnSpPr>
            <a:cxnSpLocks/>
          </p:cNvCxnSpPr>
          <p:nvPr userDrawn="1"/>
        </p:nvCxnSpPr>
        <p:spPr>
          <a:xfrm>
            <a:off x="1196320" y="1811470"/>
            <a:ext cx="38177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DD6EA7-6FD3-5265-70BE-3363A8F8258B}"/>
              </a:ext>
            </a:extLst>
          </p:cNvPr>
          <p:cNvSpPr txBox="1"/>
          <p:nvPr userDrawn="1"/>
        </p:nvSpPr>
        <p:spPr>
          <a:xfrm>
            <a:off x="7177946" y="3321831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0" dirty="0">
                <a:latin typeface="Arial" panose="020B0604020202020204" pitchFamily="34" charset="0"/>
                <a:cs typeface="Arial" panose="020B0604020202020204" pitchFamily="34" charset="0"/>
              </a:rPr>
              <a:t>SEASONAL</a:t>
            </a:r>
          </a:p>
        </p:txBody>
      </p:sp>
      <p:pic>
        <p:nvPicPr>
          <p:cNvPr id="63" name="Picture 62" descr="A pink text on a black background&#10;&#10;Description automatically generated">
            <a:extLst>
              <a:ext uri="{FF2B5EF4-FFF2-40B4-BE49-F238E27FC236}">
                <a16:creationId xmlns:a16="http://schemas.microsoft.com/office/drawing/2014/main" id="{5298DA53-FB7F-9A6B-C22A-96B604D4C4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70411" y="5174562"/>
            <a:ext cx="5088654" cy="959701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B35407A8-8B5B-41A6-F62E-206E3B76DBF3}"/>
              </a:ext>
            </a:extLst>
          </p:cNvPr>
          <p:cNvSpPr txBox="1"/>
          <p:nvPr userDrawn="1"/>
        </p:nvSpPr>
        <p:spPr>
          <a:xfrm>
            <a:off x="8857737" y="5988313"/>
            <a:ext cx="2805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0" dirty="0">
                <a:latin typeface="Arial" panose="020B0604020202020204" pitchFamily="34" charset="0"/>
                <a:cs typeface="Arial" panose="020B0604020202020204" pitchFamily="34" charset="0"/>
              </a:rPr>
              <a:t>CHANGEPLEASE.ORG  @CHANGEPLEASE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4FED73E9-A0F8-3C8D-D15B-75B371D1B0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9278" y="1924268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Espresso</a:t>
            </a:r>
          </a:p>
        </p:txBody>
      </p:sp>
      <p:sp>
        <p:nvSpPr>
          <p:cNvPr id="67" name="Text Placeholder 65">
            <a:extLst>
              <a:ext uri="{FF2B5EF4-FFF2-40B4-BE49-F238E27FC236}">
                <a16:creationId xmlns:a16="http://schemas.microsoft.com/office/drawing/2014/main" id="{39E96580-0D1A-F7CE-0F68-18EDDA66F29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9278" y="2232178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 err="1"/>
              <a:t>Macchiatto</a:t>
            </a:r>
            <a:endParaRPr lang="en-GB" dirty="0"/>
          </a:p>
        </p:txBody>
      </p:sp>
      <p:sp>
        <p:nvSpPr>
          <p:cNvPr id="68" name="Text Placeholder 65">
            <a:extLst>
              <a:ext uri="{FF2B5EF4-FFF2-40B4-BE49-F238E27FC236}">
                <a16:creationId xmlns:a16="http://schemas.microsoft.com/office/drawing/2014/main" id="{A2D85DAE-8953-4623-5C48-8F932508EF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9278" y="2549419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Flat White</a:t>
            </a:r>
          </a:p>
        </p:txBody>
      </p:sp>
      <p:sp>
        <p:nvSpPr>
          <p:cNvPr id="69" name="Text Placeholder 65">
            <a:extLst>
              <a:ext uri="{FF2B5EF4-FFF2-40B4-BE49-F238E27FC236}">
                <a16:creationId xmlns:a16="http://schemas.microsoft.com/office/drawing/2014/main" id="{83D48171-F1BE-7972-8D9F-F8FE3A267F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9278" y="2857330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Latte</a:t>
            </a:r>
          </a:p>
        </p:txBody>
      </p:sp>
      <p:sp>
        <p:nvSpPr>
          <p:cNvPr id="70" name="Text Placeholder 65">
            <a:extLst>
              <a:ext uri="{FF2B5EF4-FFF2-40B4-BE49-F238E27FC236}">
                <a16:creationId xmlns:a16="http://schemas.microsoft.com/office/drawing/2014/main" id="{DA96329A-8198-AEE4-0BBC-77E37C4E7F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9278" y="3165240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Cappuccino</a:t>
            </a:r>
          </a:p>
        </p:txBody>
      </p:sp>
      <p:sp>
        <p:nvSpPr>
          <p:cNvPr id="71" name="Text Placeholder 65">
            <a:extLst>
              <a:ext uri="{FF2B5EF4-FFF2-40B4-BE49-F238E27FC236}">
                <a16:creationId xmlns:a16="http://schemas.microsoft.com/office/drawing/2014/main" id="{56633370-BFBF-9680-7445-B2EB0EB50B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9278" y="3482481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Mocha</a:t>
            </a:r>
          </a:p>
        </p:txBody>
      </p:sp>
      <p:sp>
        <p:nvSpPr>
          <p:cNvPr id="72" name="Text Placeholder 65">
            <a:extLst>
              <a:ext uri="{FF2B5EF4-FFF2-40B4-BE49-F238E27FC236}">
                <a16:creationId xmlns:a16="http://schemas.microsoft.com/office/drawing/2014/main" id="{411397CA-8611-6C6E-33F8-1BC34FF08D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47086" y="1924268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£1.60</a:t>
            </a:r>
          </a:p>
        </p:txBody>
      </p:sp>
      <p:sp>
        <p:nvSpPr>
          <p:cNvPr id="73" name="Text Placeholder 65">
            <a:extLst>
              <a:ext uri="{FF2B5EF4-FFF2-40B4-BE49-F238E27FC236}">
                <a16:creationId xmlns:a16="http://schemas.microsoft.com/office/drawing/2014/main" id="{7B09AB2E-B6A9-400C-1C9D-5200592F6D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47086" y="2232178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£1.80</a:t>
            </a:r>
          </a:p>
        </p:txBody>
      </p:sp>
      <p:sp>
        <p:nvSpPr>
          <p:cNvPr id="74" name="Text Placeholder 65">
            <a:extLst>
              <a:ext uri="{FF2B5EF4-FFF2-40B4-BE49-F238E27FC236}">
                <a16:creationId xmlns:a16="http://schemas.microsoft.com/office/drawing/2014/main" id="{5B879908-F6E5-8C01-B113-FB22673643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47086" y="2549419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£2.50</a:t>
            </a:r>
          </a:p>
        </p:txBody>
      </p:sp>
      <p:sp>
        <p:nvSpPr>
          <p:cNvPr id="75" name="Text Placeholder 65">
            <a:extLst>
              <a:ext uri="{FF2B5EF4-FFF2-40B4-BE49-F238E27FC236}">
                <a16:creationId xmlns:a16="http://schemas.microsoft.com/office/drawing/2014/main" id="{66FCCE67-6516-72ED-1C01-867903EFC0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47086" y="2857330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£2.75</a:t>
            </a:r>
          </a:p>
        </p:txBody>
      </p:sp>
      <p:sp>
        <p:nvSpPr>
          <p:cNvPr id="76" name="Text Placeholder 65">
            <a:extLst>
              <a:ext uri="{FF2B5EF4-FFF2-40B4-BE49-F238E27FC236}">
                <a16:creationId xmlns:a16="http://schemas.microsoft.com/office/drawing/2014/main" id="{A38BB469-0844-B39F-8317-B13AC0EB96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47086" y="3165240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£2.75</a:t>
            </a:r>
          </a:p>
        </p:txBody>
      </p:sp>
      <p:sp>
        <p:nvSpPr>
          <p:cNvPr id="77" name="Text Placeholder 65">
            <a:extLst>
              <a:ext uri="{FF2B5EF4-FFF2-40B4-BE49-F238E27FC236}">
                <a16:creationId xmlns:a16="http://schemas.microsoft.com/office/drawing/2014/main" id="{6EC3399B-A03B-C845-2407-671AE542F1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47086" y="3482481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£3.20</a:t>
            </a:r>
          </a:p>
        </p:txBody>
      </p:sp>
      <p:sp>
        <p:nvSpPr>
          <p:cNvPr id="78" name="Text Placeholder 65">
            <a:extLst>
              <a:ext uri="{FF2B5EF4-FFF2-40B4-BE49-F238E27FC236}">
                <a16:creationId xmlns:a16="http://schemas.microsoft.com/office/drawing/2014/main" id="{6E0DFD58-7D27-C53C-6B0F-F3B2F6D235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99278" y="4521959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Tea</a:t>
            </a:r>
          </a:p>
        </p:txBody>
      </p:sp>
      <p:sp>
        <p:nvSpPr>
          <p:cNvPr id="79" name="Text Placeholder 65">
            <a:extLst>
              <a:ext uri="{FF2B5EF4-FFF2-40B4-BE49-F238E27FC236}">
                <a16:creationId xmlns:a16="http://schemas.microsoft.com/office/drawing/2014/main" id="{0F7A7489-BEED-43D5-F66E-AAAF0613FF4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99278" y="4829869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Speciality tea</a:t>
            </a:r>
          </a:p>
        </p:txBody>
      </p:sp>
      <p:sp>
        <p:nvSpPr>
          <p:cNvPr id="80" name="Text Placeholder 65">
            <a:extLst>
              <a:ext uri="{FF2B5EF4-FFF2-40B4-BE49-F238E27FC236}">
                <a16:creationId xmlns:a16="http://schemas.microsoft.com/office/drawing/2014/main" id="{7F58FDF5-85C6-3245-88D1-248604FF58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99278" y="5147110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Chocolate</a:t>
            </a:r>
          </a:p>
        </p:txBody>
      </p:sp>
      <p:sp>
        <p:nvSpPr>
          <p:cNvPr id="81" name="Text Placeholder 65">
            <a:extLst>
              <a:ext uri="{FF2B5EF4-FFF2-40B4-BE49-F238E27FC236}">
                <a16:creationId xmlns:a16="http://schemas.microsoft.com/office/drawing/2014/main" id="{C256BFAA-968D-B814-6D3C-CDFF41F530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99278" y="5455021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Chai</a:t>
            </a:r>
          </a:p>
        </p:txBody>
      </p:sp>
      <p:sp>
        <p:nvSpPr>
          <p:cNvPr id="84" name="Text Placeholder 65">
            <a:extLst>
              <a:ext uri="{FF2B5EF4-FFF2-40B4-BE49-F238E27FC236}">
                <a16:creationId xmlns:a16="http://schemas.microsoft.com/office/drawing/2014/main" id="{365B97D4-8C9F-11A0-761C-7CC8694840B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47086" y="4521959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£1.60</a:t>
            </a:r>
          </a:p>
        </p:txBody>
      </p:sp>
      <p:sp>
        <p:nvSpPr>
          <p:cNvPr id="85" name="Text Placeholder 65">
            <a:extLst>
              <a:ext uri="{FF2B5EF4-FFF2-40B4-BE49-F238E27FC236}">
                <a16:creationId xmlns:a16="http://schemas.microsoft.com/office/drawing/2014/main" id="{4DBE49B5-10BE-FF1E-F73C-F386F7F3A2D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47086" y="4829869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£1.80</a:t>
            </a:r>
          </a:p>
        </p:txBody>
      </p:sp>
      <p:sp>
        <p:nvSpPr>
          <p:cNvPr id="86" name="Text Placeholder 65">
            <a:extLst>
              <a:ext uri="{FF2B5EF4-FFF2-40B4-BE49-F238E27FC236}">
                <a16:creationId xmlns:a16="http://schemas.microsoft.com/office/drawing/2014/main" id="{B37B0532-BF25-C7B9-87EA-9CA27A7E8CF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47086" y="5147110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£2.50</a:t>
            </a:r>
          </a:p>
        </p:txBody>
      </p:sp>
      <p:sp>
        <p:nvSpPr>
          <p:cNvPr id="87" name="Text Placeholder 65">
            <a:extLst>
              <a:ext uri="{FF2B5EF4-FFF2-40B4-BE49-F238E27FC236}">
                <a16:creationId xmlns:a16="http://schemas.microsoft.com/office/drawing/2014/main" id="{192FBC68-6A36-BA9B-3654-247B074BE2D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47086" y="5455021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£2.75</a:t>
            </a:r>
          </a:p>
        </p:txBody>
      </p:sp>
      <p:sp>
        <p:nvSpPr>
          <p:cNvPr id="90" name="Text Placeholder 65">
            <a:extLst>
              <a:ext uri="{FF2B5EF4-FFF2-40B4-BE49-F238E27FC236}">
                <a16:creationId xmlns:a16="http://schemas.microsoft.com/office/drawing/2014/main" id="{4466C937-4378-8877-2B15-21ED3F7137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77946" y="3818681"/>
            <a:ext cx="1620009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Latte 1</a:t>
            </a:r>
          </a:p>
        </p:txBody>
      </p:sp>
      <p:sp>
        <p:nvSpPr>
          <p:cNvPr id="91" name="Text Placeholder 65">
            <a:extLst>
              <a:ext uri="{FF2B5EF4-FFF2-40B4-BE49-F238E27FC236}">
                <a16:creationId xmlns:a16="http://schemas.microsoft.com/office/drawing/2014/main" id="{D894BA68-7901-9CA1-F2A6-761E75F281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77946" y="4126591"/>
            <a:ext cx="1620009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Latte 2</a:t>
            </a:r>
          </a:p>
        </p:txBody>
      </p:sp>
      <p:sp>
        <p:nvSpPr>
          <p:cNvPr id="92" name="Text Placeholder 65">
            <a:extLst>
              <a:ext uri="{FF2B5EF4-FFF2-40B4-BE49-F238E27FC236}">
                <a16:creationId xmlns:a16="http://schemas.microsoft.com/office/drawing/2014/main" id="{07A83135-F746-0F61-FFC9-6F2CF98B80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77946" y="4443832"/>
            <a:ext cx="1620009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Latte 3</a:t>
            </a:r>
          </a:p>
        </p:txBody>
      </p:sp>
      <p:sp>
        <p:nvSpPr>
          <p:cNvPr id="93" name="Text Placeholder 65">
            <a:extLst>
              <a:ext uri="{FF2B5EF4-FFF2-40B4-BE49-F238E27FC236}">
                <a16:creationId xmlns:a16="http://schemas.microsoft.com/office/drawing/2014/main" id="{131E090C-CBAA-187D-A799-572A61E926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177946" y="4751743"/>
            <a:ext cx="1620009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Latte 4</a:t>
            </a:r>
          </a:p>
        </p:txBody>
      </p:sp>
      <p:sp>
        <p:nvSpPr>
          <p:cNvPr id="94" name="Text Placeholder 65">
            <a:extLst>
              <a:ext uri="{FF2B5EF4-FFF2-40B4-BE49-F238E27FC236}">
                <a16:creationId xmlns:a16="http://schemas.microsoft.com/office/drawing/2014/main" id="{14B4DD4E-2E62-C51B-7700-634088EE26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60260" y="3818681"/>
            <a:ext cx="901041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£1.60</a:t>
            </a:r>
          </a:p>
        </p:txBody>
      </p:sp>
      <p:sp>
        <p:nvSpPr>
          <p:cNvPr id="95" name="Text Placeholder 65">
            <a:extLst>
              <a:ext uri="{FF2B5EF4-FFF2-40B4-BE49-F238E27FC236}">
                <a16:creationId xmlns:a16="http://schemas.microsoft.com/office/drawing/2014/main" id="{3852EA00-26AF-2C47-65D5-D1B131FD61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60260" y="4126591"/>
            <a:ext cx="901041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£1.80</a:t>
            </a:r>
          </a:p>
        </p:txBody>
      </p:sp>
      <p:sp>
        <p:nvSpPr>
          <p:cNvPr id="96" name="Text Placeholder 65">
            <a:extLst>
              <a:ext uri="{FF2B5EF4-FFF2-40B4-BE49-F238E27FC236}">
                <a16:creationId xmlns:a16="http://schemas.microsoft.com/office/drawing/2014/main" id="{61526A35-2D73-530B-C988-2D96EAEA1EF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060260" y="4443832"/>
            <a:ext cx="901041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£2.50</a:t>
            </a:r>
          </a:p>
        </p:txBody>
      </p:sp>
      <p:sp>
        <p:nvSpPr>
          <p:cNvPr id="97" name="Text Placeholder 65">
            <a:extLst>
              <a:ext uri="{FF2B5EF4-FFF2-40B4-BE49-F238E27FC236}">
                <a16:creationId xmlns:a16="http://schemas.microsoft.com/office/drawing/2014/main" id="{16B5B29E-ACB1-5A29-2F37-D3FB9EA89B6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060260" y="4751743"/>
            <a:ext cx="901041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£2.75</a:t>
            </a:r>
          </a:p>
        </p:txBody>
      </p:sp>
      <p:sp>
        <p:nvSpPr>
          <p:cNvPr id="108" name="Text Placeholder 65">
            <a:extLst>
              <a:ext uri="{FF2B5EF4-FFF2-40B4-BE49-F238E27FC236}">
                <a16:creationId xmlns:a16="http://schemas.microsoft.com/office/drawing/2014/main" id="{C70E34DE-8FFC-C03C-317F-E24093B591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77946" y="1935074"/>
            <a:ext cx="1620009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Marshmallow</a:t>
            </a:r>
          </a:p>
        </p:txBody>
      </p:sp>
      <p:sp>
        <p:nvSpPr>
          <p:cNvPr id="109" name="Text Placeholder 65">
            <a:extLst>
              <a:ext uri="{FF2B5EF4-FFF2-40B4-BE49-F238E27FC236}">
                <a16:creationId xmlns:a16="http://schemas.microsoft.com/office/drawing/2014/main" id="{F975A57C-8B52-09E8-EA94-3FC70FF79D2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77946" y="2242984"/>
            <a:ext cx="1620009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Extra Shot</a:t>
            </a:r>
          </a:p>
        </p:txBody>
      </p:sp>
      <p:sp>
        <p:nvSpPr>
          <p:cNvPr id="110" name="Text Placeholder 65">
            <a:extLst>
              <a:ext uri="{FF2B5EF4-FFF2-40B4-BE49-F238E27FC236}">
                <a16:creationId xmlns:a16="http://schemas.microsoft.com/office/drawing/2014/main" id="{BA094CA0-BB40-906F-B64C-9D1B797540C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177946" y="2560225"/>
            <a:ext cx="1620009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Syrup</a:t>
            </a:r>
          </a:p>
        </p:txBody>
      </p:sp>
      <p:sp>
        <p:nvSpPr>
          <p:cNvPr id="111" name="Text Placeholder 65">
            <a:extLst>
              <a:ext uri="{FF2B5EF4-FFF2-40B4-BE49-F238E27FC236}">
                <a16:creationId xmlns:a16="http://schemas.microsoft.com/office/drawing/2014/main" id="{759BAA23-4FC7-0BF1-107D-9F1F0C3A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177946" y="2868136"/>
            <a:ext cx="1620009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Cream</a:t>
            </a:r>
          </a:p>
        </p:txBody>
      </p:sp>
      <p:sp>
        <p:nvSpPr>
          <p:cNvPr id="112" name="Text Placeholder 65">
            <a:extLst>
              <a:ext uri="{FF2B5EF4-FFF2-40B4-BE49-F238E27FC236}">
                <a16:creationId xmlns:a16="http://schemas.microsoft.com/office/drawing/2014/main" id="{11A2A848-36E9-A6E8-A0B0-57D1782CA25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60260" y="1935074"/>
            <a:ext cx="901041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£1.60</a:t>
            </a:r>
          </a:p>
        </p:txBody>
      </p:sp>
      <p:sp>
        <p:nvSpPr>
          <p:cNvPr id="113" name="Text Placeholder 65">
            <a:extLst>
              <a:ext uri="{FF2B5EF4-FFF2-40B4-BE49-F238E27FC236}">
                <a16:creationId xmlns:a16="http://schemas.microsoft.com/office/drawing/2014/main" id="{5E9C6812-8DCD-2610-23D4-C63D6417CA8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060260" y="2242984"/>
            <a:ext cx="901041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£1.80</a:t>
            </a:r>
          </a:p>
        </p:txBody>
      </p:sp>
      <p:sp>
        <p:nvSpPr>
          <p:cNvPr id="114" name="Text Placeholder 65">
            <a:extLst>
              <a:ext uri="{FF2B5EF4-FFF2-40B4-BE49-F238E27FC236}">
                <a16:creationId xmlns:a16="http://schemas.microsoft.com/office/drawing/2014/main" id="{F7CBF308-4086-F8B4-56EB-C339979BD8E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060260" y="2560225"/>
            <a:ext cx="901041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£2.50</a:t>
            </a:r>
          </a:p>
        </p:txBody>
      </p:sp>
      <p:sp>
        <p:nvSpPr>
          <p:cNvPr id="115" name="Text Placeholder 65">
            <a:extLst>
              <a:ext uri="{FF2B5EF4-FFF2-40B4-BE49-F238E27FC236}">
                <a16:creationId xmlns:a16="http://schemas.microsoft.com/office/drawing/2014/main" id="{FD5EBB7B-9323-CCF8-A6CA-29FD3735EAD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060260" y="2868136"/>
            <a:ext cx="901041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£2.75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8E69475-526E-B42F-58CD-F8311B77D004}"/>
              </a:ext>
            </a:extLst>
          </p:cNvPr>
          <p:cNvCxnSpPr>
            <a:cxnSpLocks/>
          </p:cNvCxnSpPr>
          <p:nvPr userDrawn="1"/>
        </p:nvCxnSpPr>
        <p:spPr>
          <a:xfrm>
            <a:off x="1196320" y="4407914"/>
            <a:ext cx="38177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A869E1B-ECCF-2254-B72D-243072DF78BB}"/>
              </a:ext>
            </a:extLst>
          </p:cNvPr>
          <p:cNvCxnSpPr>
            <a:cxnSpLocks/>
          </p:cNvCxnSpPr>
          <p:nvPr userDrawn="1"/>
        </p:nvCxnSpPr>
        <p:spPr>
          <a:xfrm>
            <a:off x="7174988" y="1821030"/>
            <a:ext cx="38177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E9CBDD0-DA80-B2DE-A144-64DA2BF7B91E}"/>
              </a:ext>
            </a:extLst>
          </p:cNvPr>
          <p:cNvCxnSpPr>
            <a:cxnSpLocks/>
          </p:cNvCxnSpPr>
          <p:nvPr userDrawn="1"/>
        </p:nvCxnSpPr>
        <p:spPr>
          <a:xfrm>
            <a:off x="7174988" y="3694075"/>
            <a:ext cx="38177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96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nu+Seasonal Blank">
    <p:bg>
      <p:bgPr>
        <a:solidFill>
          <a:srgbClr val="FC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0E4234-F178-383A-A6F8-FA5C66F9FDCB}"/>
              </a:ext>
            </a:extLst>
          </p:cNvPr>
          <p:cNvSpPr txBox="1"/>
          <p:nvPr userDrawn="1"/>
        </p:nvSpPr>
        <p:spPr>
          <a:xfrm>
            <a:off x="1199278" y="1442138"/>
            <a:ext cx="14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COFFEE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48B7D-9D61-B8C0-44C9-9E6AC78EECFA}"/>
              </a:ext>
            </a:extLst>
          </p:cNvPr>
          <p:cNvSpPr txBox="1"/>
          <p:nvPr userDrawn="1"/>
        </p:nvSpPr>
        <p:spPr>
          <a:xfrm>
            <a:off x="1199278" y="4018519"/>
            <a:ext cx="2111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HOT DRINKS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51FBA-B894-8651-C0FB-9DAAB0067332}"/>
              </a:ext>
            </a:extLst>
          </p:cNvPr>
          <p:cNvSpPr txBox="1"/>
          <p:nvPr userDrawn="1"/>
        </p:nvSpPr>
        <p:spPr>
          <a:xfrm>
            <a:off x="7177946" y="1404366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0" dirty="0">
                <a:latin typeface="Arial" panose="020B0604020202020204" pitchFamily="34" charset="0"/>
                <a:cs typeface="Arial" panose="020B0604020202020204" pitchFamily="34" charset="0"/>
              </a:rPr>
              <a:t>EXTRAS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95FFC0-1A16-B331-C6F8-9CD7C9B8DCFF}"/>
              </a:ext>
            </a:extLst>
          </p:cNvPr>
          <p:cNvCxnSpPr>
            <a:cxnSpLocks/>
          </p:cNvCxnSpPr>
          <p:nvPr userDrawn="1"/>
        </p:nvCxnSpPr>
        <p:spPr>
          <a:xfrm>
            <a:off x="1196320" y="1811470"/>
            <a:ext cx="38177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DD6EA7-6FD3-5265-70BE-3363A8F8258B}"/>
              </a:ext>
            </a:extLst>
          </p:cNvPr>
          <p:cNvSpPr txBox="1"/>
          <p:nvPr userDrawn="1"/>
        </p:nvSpPr>
        <p:spPr>
          <a:xfrm>
            <a:off x="7177946" y="3321831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0" dirty="0">
                <a:latin typeface="Arial" panose="020B0604020202020204" pitchFamily="34" charset="0"/>
                <a:cs typeface="Arial" panose="020B0604020202020204" pitchFamily="34" charset="0"/>
              </a:rPr>
              <a:t>SEASONAL</a:t>
            </a:r>
          </a:p>
        </p:txBody>
      </p:sp>
      <p:pic>
        <p:nvPicPr>
          <p:cNvPr id="63" name="Picture 62" descr="A pink text on a black background&#10;&#10;Description automatically generated">
            <a:extLst>
              <a:ext uri="{FF2B5EF4-FFF2-40B4-BE49-F238E27FC236}">
                <a16:creationId xmlns:a16="http://schemas.microsoft.com/office/drawing/2014/main" id="{5298DA53-FB7F-9A6B-C22A-96B604D4C4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70411" y="5174562"/>
            <a:ext cx="5088654" cy="959701"/>
          </a:xfrm>
          <a:prstGeom prst="rect">
            <a:avLst/>
          </a:prstGeom>
        </p:spPr>
      </p:pic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8E69475-526E-B42F-58CD-F8311B77D004}"/>
              </a:ext>
            </a:extLst>
          </p:cNvPr>
          <p:cNvCxnSpPr>
            <a:cxnSpLocks/>
          </p:cNvCxnSpPr>
          <p:nvPr userDrawn="1"/>
        </p:nvCxnSpPr>
        <p:spPr>
          <a:xfrm>
            <a:off x="1196320" y="4407914"/>
            <a:ext cx="38177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A869E1B-ECCF-2254-B72D-243072DF78BB}"/>
              </a:ext>
            </a:extLst>
          </p:cNvPr>
          <p:cNvCxnSpPr>
            <a:cxnSpLocks/>
          </p:cNvCxnSpPr>
          <p:nvPr userDrawn="1"/>
        </p:nvCxnSpPr>
        <p:spPr>
          <a:xfrm>
            <a:off x="7174988" y="1821030"/>
            <a:ext cx="38177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E9CBDD0-DA80-B2DE-A144-64DA2BF7B91E}"/>
              </a:ext>
            </a:extLst>
          </p:cNvPr>
          <p:cNvCxnSpPr>
            <a:cxnSpLocks/>
          </p:cNvCxnSpPr>
          <p:nvPr userDrawn="1"/>
        </p:nvCxnSpPr>
        <p:spPr>
          <a:xfrm>
            <a:off x="7174988" y="3694075"/>
            <a:ext cx="38177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0325FE0-F464-44F0-F276-95E1EC464BF8}"/>
              </a:ext>
            </a:extLst>
          </p:cNvPr>
          <p:cNvSpPr txBox="1"/>
          <p:nvPr userDrawn="1"/>
        </p:nvSpPr>
        <p:spPr>
          <a:xfrm>
            <a:off x="8857737" y="5988313"/>
            <a:ext cx="2805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0" dirty="0">
                <a:latin typeface="Arial" panose="020B0604020202020204" pitchFamily="34" charset="0"/>
                <a:cs typeface="Arial" panose="020B0604020202020204" pitchFamily="34" charset="0"/>
              </a:rPr>
              <a:t>CHANGEPLEASE.ORG  @CHANGEPLEASE</a:t>
            </a:r>
          </a:p>
        </p:txBody>
      </p:sp>
      <p:pic>
        <p:nvPicPr>
          <p:cNvPr id="4" name="Picture 3" descr="A sign with text on it&#10;&#10;Description automatically generated">
            <a:extLst>
              <a:ext uri="{FF2B5EF4-FFF2-40B4-BE49-F238E27FC236}">
                <a16:creationId xmlns:a16="http://schemas.microsoft.com/office/drawing/2014/main" id="{48A5479A-ED11-E486-E393-55A75B22AD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90310" y="-123600"/>
            <a:ext cx="2994491" cy="186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16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u">
    <p:bg>
      <p:bgPr>
        <a:solidFill>
          <a:srgbClr val="FC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0E4234-F178-383A-A6F8-FA5C66F9FDCB}"/>
              </a:ext>
            </a:extLst>
          </p:cNvPr>
          <p:cNvSpPr txBox="1"/>
          <p:nvPr userDrawn="1"/>
        </p:nvSpPr>
        <p:spPr>
          <a:xfrm>
            <a:off x="1199278" y="1442138"/>
            <a:ext cx="14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COFFEE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48B7D-9D61-B8C0-44C9-9E6AC78EECFA}"/>
              </a:ext>
            </a:extLst>
          </p:cNvPr>
          <p:cNvSpPr txBox="1"/>
          <p:nvPr userDrawn="1"/>
        </p:nvSpPr>
        <p:spPr>
          <a:xfrm>
            <a:off x="1199278" y="4018519"/>
            <a:ext cx="2111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HOT DRINKS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51FBA-B894-8651-C0FB-9DAAB0067332}"/>
              </a:ext>
            </a:extLst>
          </p:cNvPr>
          <p:cNvSpPr txBox="1"/>
          <p:nvPr userDrawn="1"/>
        </p:nvSpPr>
        <p:spPr>
          <a:xfrm>
            <a:off x="7177946" y="1404366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0" dirty="0">
                <a:latin typeface="Arial" panose="020B0604020202020204" pitchFamily="34" charset="0"/>
                <a:cs typeface="Arial" panose="020B0604020202020204" pitchFamily="34" charset="0"/>
              </a:rPr>
              <a:t>EXTRAS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95FFC0-1A16-B331-C6F8-9CD7C9B8DCFF}"/>
              </a:ext>
            </a:extLst>
          </p:cNvPr>
          <p:cNvCxnSpPr>
            <a:cxnSpLocks/>
          </p:cNvCxnSpPr>
          <p:nvPr userDrawn="1"/>
        </p:nvCxnSpPr>
        <p:spPr>
          <a:xfrm>
            <a:off x="1196320" y="1811470"/>
            <a:ext cx="38177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62" descr="A pink text on a black background&#10;&#10;Description automatically generated">
            <a:extLst>
              <a:ext uri="{FF2B5EF4-FFF2-40B4-BE49-F238E27FC236}">
                <a16:creationId xmlns:a16="http://schemas.microsoft.com/office/drawing/2014/main" id="{5298DA53-FB7F-9A6B-C22A-96B604D4C4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70411" y="5174562"/>
            <a:ext cx="5088654" cy="959701"/>
          </a:xfrm>
          <a:prstGeom prst="rect">
            <a:avLst/>
          </a:prstGeom>
        </p:spPr>
      </p:pic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4FED73E9-A0F8-3C8D-D15B-75B371D1B0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9278" y="1924268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Espresso</a:t>
            </a:r>
          </a:p>
        </p:txBody>
      </p:sp>
      <p:sp>
        <p:nvSpPr>
          <p:cNvPr id="67" name="Text Placeholder 65">
            <a:extLst>
              <a:ext uri="{FF2B5EF4-FFF2-40B4-BE49-F238E27FC236}">
                <a16:creationId xmlns:a16="http://schemas.microsoft.com/office/drawing/2014/main" id="{39E96580-0D1A-F7CE-0F68-18EDDA66F29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9278" y="2232178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 err="1"/>
              <a:t>Macchiatto</a:t>
            </a:r>
            <a:endParaRPr lang="en-GB" dirty="0"/>
          </a:p>
        </p:txBody>
      </p:sp>
      <p:sp>
        <p:nvSpPr>
          <p:cNvPr id="68" name="Text Placeholder 65">
            <a:extLst>
              <a:ext uri="{FF2B5EF4-FFF2-40B4-BE49-F238E27FC236}">
                <a16:creationId xmlns:a16="http://schemas.microsoft.com/office/drawing/2014/main" id="{A2D85DAE-8953-4623-5C48-8F932508EF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9278" y="2549419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Flat White</a:t>
            </a:r>
          </a:p>
        </p:txBody>
      </p:sp>
      <p:sp>
        <p:nvSpPr>
          <p:cNvPr id="69" name="Text Placeholder 65">
            <a:extLst>
              <a:ext uri="{FF2B5EF4-FFF2-40B4-BE49-F238E27FC236}">
                <a16:creationId xmlns:a16="http://schemas.microsoft.com/office/drawing/2014/main" id="{83D48171-F1BE-7972-8D9F-F8FE3A267F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9278" y="2857330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Latte</a:t>
            </a:r>
          </a:p>
        </p:txBody>
      </p:sp>
      <p:sp>
        <p:nvSpPr>
          <p:cNvPr id="70" name="Text Placeholder 65">
            <a:extLst>
              <a:ext uri="{FF2B5EF4-FFF2-40B4-BE49-F238E27FC236}">
                <a16:creationId xmlns:a16="http://schemas.microsoft.com/office/drawing/2014/main" id="{DA96329A-8198-AEE4-0BBC-77E37C4E7F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9278" y="3165240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Cappuccino</a:t>
            </a:r>
          </a:p>
        </p:txBody>
      </p:sp>
      <p:sp>
        <p:nvSpPr>
          <p:cNvPr id="71" name="Text Placeholder 65">
            <a:extLst>
              <a:ext uri="{FF2B5EF4-FFF2-40B4-BE49-F238E27FC236}">
                <a16:creationId xmlns:a16="http://schemas.microsoft.com/office/drawing/2014/main" id="{56633370-BFBF-9680-7445-B2EB0EB50B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9278" y="3482481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Mocha</a:t>
            </a:r>
          </a:p>
        </p:txBody>
      </p:sp>
      <p:sp>
        <p:nvSpPr>
          <p:cNvPr id="72" name="Text Placeholder 65">
            <a:extLst>
              <a:ext uri="{FF2B5EF4-FFF2-40B4-BE49-F238E27FC236}">
                <a16:creationId xmlns:a16="http://schemas.microsoft.com/office/drawing/2014/main" id="{411397CA-8611-6C6E-33F8-1BC34FF08D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47086" y="1924268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£1.60</a:t>
            </a:r>
          </a:p>
        </p:txBody>
      </p:sp>
      <p:sp>
        <p:nvSpPr>
          <p:cNvPr id="73" name="Text Placeholder 65">
            <a:extLst>
              <a:ext uri="{FF2B5EF4-FFF2-40B4-BE49-F238E27FC236}">
                <a16:creationId xmlns:a16="http://schemas.microsoft.com/office/drawing/2014/main" id="{7B09AB2E-B6A9-400C-1C9D-5200592F6D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47086" y="2232178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£1.80</a:t>
            </a:r>
          </a:p>
        </p:txBody>
      </p:sp>
      <p:sp>
        <p:nvSpPr>
          <p:cNvPr id="74" name="Text Placeholder 65">
            <a:extLst>
              <a:ext uri="{FF2B5EF4-FFF2-40B4-BE49-F238E27FC236}">
                <a16:creationId xmlns:a16="http://schemas.microsoft.com/office/drawing/2014/main" id="{5B879908-F6E5-8C01-B113-FB22673643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47086" y="2549419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£2.50</a:t>
            </a:r>
          </a:p>
        </p:txBody>
      </p:sp>
      <p:sp>
        <p:nvSpPr>
          <p:cNvPr id="75" name="Text Placeholder 65">
            <a:extLst>
              <a:ext uri="{FF2B5EF4-FFF2-40B4-BE49-F238E27FC236}">
                <a16:creationId xmlns:a16="http://schemas.microsoft.com/office/drawing/2014/main" id="{66FCCE67-6516-72ED-1C01-867903EFC0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47086" y="2857330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£2.75</a:t>
            </a:r>
          </a:p>
        </p:txBody>
      </p:sp>
      <p:sp>
        <p:nvSpPr>
          <p:cNvPr id="76" name="Text Placeholder 65">
            <a:extLst>
              <a:ext uri="{FF2B5EF4-FFF2-40B4-BE49-F238E27FC236}">
                <a16:creationId xmlns:a16="http://schemas.microsoft.com/office/drawing/2014/main" id="{A38BB469-0844-B39F-8317-B13AC0EB96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47086" y="3165240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£2.75</a:t>
            </a:r>
          </a:p>
        </p:txBody>
      </p:sp>
      <p:sp>
        <p:nvSpPr>
          <p:cNvPr id="77" name="Text Placeholder 65">
            <a:extLst>
              <a:ext uri="{FF2B5EF4-FFF2-40B4-BE49-F238E27FC236}">
                <a16:creationId xmlns:a16="http://schemas.microsoft.com/office/drawing/2014/main" id="{6EC3399B-A03B-C845-2407-671AE542F1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47086" y="3482481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£3.20</a:t>
            </a:r>
          </a:p>
        </p:txBody>
      </p:sp>
      <p:sp>
        <p:nvSpPr>
          <p:cNvPr id="78" name="Text Placeholder 65">
            <a:extLst>
              <a:ext uri="{FF2B5EF4-FFF2-40B4-BE49-F238E27FC236}">
                <a16:creationId xmlns:a16="http://schemas.microsoft.com/office/drawing/2014/main" id="{6E0DFD58-7D27-C53C-6B0F-F3B2F6D235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99278" y="4521959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Tea</a:t>
            </a:r>
          </a:p>
        </p:txBody>
      </p:sp>
      <p:sp>
        <p:nvSpPr>
          <p:cNvPr id="79" name="Text Placeholder 65">
            <a:extLst>
              <a:ext uri="{FF2B5EF4-FFF2-40B4-BE49-F238E27FC236}">
                <a16:creationId xmlns:a16="http://schemas.microsoft.com/office/drawing/2014/main" id="{0F7A7489-BEED-43D5-F66E-AAAF0613FF4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99278" y="4829869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Speciality tea</a:t>
            </a:r>
          </a:p>
        </p:txBody>
      </p:sp>
      <p:sp>
        <p:nvSpPr>
          <p:cNvPr id="80" name="Text Placeholder 65">
            <a:extLst>
              <a:ext uri="{FF2B5EF4-FFF2-40B4-BE49-F238E27FC236}">
                <a16:creationId xmlns:a16="http://schemas.microsoft.com/office/drawing/2014/main" id="{7F58FDF5-85C6-3245-88D1-248604FF58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99278" y="5147110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Chocolate</a:t>
            </a:r>
          </a:p>
        </p:txBody>
      </p:sp>
      <p:sp>
        <p:nvSpPr>
          <p:cNvPr id="81" name="Text Placeholder 65">
            <a:extLst>
              <a:ext uri="{FF2B5EF4-FFF2-40B4-BE49-F238E27FC236}">
                <a16:creationId xmlns:a16="http://schemas.microsoft.com/office/drawing/2014/main" id="{C256BFAA-968D-B814-6D3C-CDFF41F530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99278" y="5455021"/>
            <a:ext cx="19183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Chai</a:t>
            </a:r>
          </a:p>
        </p:txBody>
      </p:sp>
      <p:sp>
        <p:nvSpPr>
          <p:cNvPr id="84" name="Text Placeholder 65">
            <a:extLst>
              <a:ext uri="{FF2B5EF4-FFF2-40B4-BE49-F238E27FC236}">
                <a16:creationId xmlns:a16="http://schemas.microsoft.com/office/drawing/2014/main" id="{365B97D4-8C9F-11A0-761C-7CC8694840B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47086" y="4521959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£1.60</a:t>
            </a:r>
          </a:p>
        </p:txBody>
      </p:sp>
      <p:sp>
        <p:nvSpPr>
          <p:cNvPr id="85" name="Text Placeholder 65">
            <a:extLst>
              <a:ext uri="{FF2B5EF4-FFF2-40B4-BE49-F238E27FC236}">
                <a16:creationId xmlns:a16="http://schemas.microsoft.com/office/drawing/2014/main" id="{4DBE49B5-10BE-FF1E-F73C-F386F7F3A2D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47086" y="4829869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£1.80</a:t>
            </a:r>
          </a:p>
        </p:txBody>
      </p:sp>
      <p:sp>
        <p:nvSpPr>
          <p:cNvPr id="86" name="Text Placeholder 65">
            <a:extLst>
              <a:ext uri="{FF2B5EF4-FFF2-40B4-BE49-F238E27FC236}">
                <a16:creationId xmlns:a16="http://schemas.microsoft.com/office/drawing/2014/main" id="{B37B0532-BF25-C7B9-87EA-9CA27A7E8CF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47086" y="5147110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£2.50</a:t>
            </a:r>
          </a:p>
        </p:txBody>
      </p:sp>
      <p:sp>
        <p:nvSpPr>
          <p:cNvPr id="87" name="Text Placeholder 65">
            <a:extLst>
              <a:ext uri="{FF2B5EF4-FFF2-40B4-BE49-F238E27FC236}">
                <a16:creationId xmlns:a16="http://schemas.microsoft.com/office/drawing/2014/main" id="{192FBC68-6A36-BA9B-3654-247B074BE2D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47086" y="5455021"/>
            <a:ext cx="1066968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£2.75</a:t>
            </a:r>
          </a:p>
        </p:txBody>
      </p:sp>
      <p:sp>
        <p:nvSpPr>
          <p:cNvPr id="108" name="Text Placeholder 65">
            <a:extLst>
              <a:ext uri="{FF2B5EF4-FFF2-40B4-BE49-F238E27FC236}">
                <a16:creationId xmlns:a16="http://schemas.microsoft.com/office/drawing/2014/main" id="{C70E34DE-8FFC-C03C-317F-E24093B591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77946" y="1935074"/>
            <a:ext cx="1620009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Marshmallow</a:t>
            </a:r>
          </a:p>
        </p:txBody>
      </p:sp>
      <p:sp>
        <p:nvSpPr>
          <p:cNvPr id="109" name="Text Placeholder 65">
            <a:extLst>
              <a:ext uri="{FF2B5EF4-FFF2-40B4-BE49-F238E27FC236}">
                <a16:creationId xmlns:a16="http://schemas.microsoft.com/office/drawing/2014/main" id="{F975A57C-8B52-09E8-EA94-3FC70FF79D2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77946" y="2242984"/>
            <a:ext cx="1620009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Extra Shot</a:t>
            </a:r>
          </a:p>
        </p:txBody>
      </p:sp>
      <p:sp>
        <p:nvSpPr>
          <p:cNvPr id="110" name="Text Placeholder 65">
            <a:extLst>
              <a:ext uri="{FF2B5EF4-FFF2-40B4-BE49-F238E27FC236}">
                <a16:creationId xmlns:a16="http://schemas.microsoft.com/office/drawing/2014/main" id="{BA094CA0-BB40-906F-B64C-9D1B797540C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177946" y="2560225"/>
            <a:ext cx="1620009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Syrup</a:t>
            </a:r>
          </a:p>
        </p:txBody>
      </p:sp>
      <p:sp>
        <p:nvSpPr>
          <p:cNvPr id="111" name="Text Placeholder 65">
            <a:extLst>
              <a:ext uri="{FF2B5EF4-FFF2-40B4-BE49-F238E27FC236}">
                <a16:creationId xmlns:a16="http://schemas.microsoft.com/office/drawing/2014/main" id="{759BAA23-4FC7-0BF1-107D-9F1F0C3A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177946" y="2868136"/>
            <a:ext cx="1620009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Cream</a:t>
            </a:r>
          </a:p>
        </p:txBody>
      </p:sp>
      <p:sp>
        <p:nvSpPr>
          <p:cNvPr id="112" name="Text Placeholder 65">
            <a:extLst>
              <a:ext uri="{FF2B5EF4-FFF2-40B4-BE49-F238E27FC236}">
                <a16:creationId xmlns:a16="http://schemas.microsoft.com/office/drawing/2014/main" id="{11A2A848-36E9-A6E8-A0B0-57D1782CA25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60260" y="1935074"/>
            <a:ext cx="901041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£1.60</a:t>
            </a:r>
          </a:p>
        </p:txBody>
      </p:sp>
      <p:sp>
        <p:nvSpPr>
          <p:cNvPr id="113" name="Text Placeholder 65">
            <a:extLst>
              <a:ext uri="{FF2B5EF4-FFF2-40B4-BE49-F238E27FC236}">
                <a16:creationId xmlns:a16="http://schemas.microsoft.com/office/drawing/2014/main" id="{5E9C6812-8DCD-2610-23D4-C63D6417CA8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060260" y="2242984"/>
            <a:ext cx="901041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£1.80</a:t>
            </a:r>
          </a:p>
        </p:txBody>
      </p:sp>
      <p:sp>
        <p:nvSpPr>
          <p:cNvPr id="114" name="Text Placeholder 65">
            <a:extLst>
              <a:ext uri="{FF2B5EF4-FFF2-40B4-BE49-F238E27FC236}">
                <a16:creationId xmlns:a16="http://schemas.microsoft.com/office/drawing/2014/main" id="{F7CBF308-4086-F8B4-56EB-C339979BD8E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060260" y="2560225"/>
            <a:ext cx="901041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£2.50</a:t>
            </a:r>
          </a:p>
        </p:txBody>
      </p:sp>
      <p:sp>
        <p:nvSpPr>
          <p:cNvPr id="115" name="Text Placeholder 65">
            <a:extLst>
              <a:ext uri="{FF2B5EF4-FFF2-40B4-BE49-F238E27FC236}">
                <a16:creationId xmlns:a16="http://schemas.microsoft.com/office/drawing/2014/main" id="{FD5EBB7B-9323-CCF8-A6CA-29FD3735EAD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060260" y="2868136"/>
            <a:ext cx="901041" cy="3048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£2.75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8E69475-526E-B42F-58CD-F8311B77D004}"/>
              </a:ext>
            </a:extLst>
          </p:cNvPr>
          <p:cNvCxnSpPr>
            <a:cxnSpLocks/>
          </p:cNvCxnSpPr>
          <p:nvPr userDrawn="1"/>
        </p:nvCxnSpPr>
        <p:spPr>
          <a:xfrm>
            <a:off x="1196320" y="4407914"/>
            <a:ext cx="38177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A869E1B-ECCF-2254-B72D-243072DF78BB}"/>
              </a:ext>
            </a:extLst>
          </p:cNvPr>
          <p:cNvCxnSpPr>
            <a:cxnSpLocks/>
          </p:cNvCxnSpPr>
          <p:nvPr userDrawn="1"/>
        </p:nvCxnSpPr>
        <p:spPr>
          <a:xfrm>
            <a:off x="7174988" y="1821030"/>
            <a:ext cx="38177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CA5A2B3-6250-E21C-2CA3-0288C8373C2F}"/>
              </a:ext>
            </a:extLst>
          </p:cNvPr>
          <p:cNvSpPr txBox="1"/>
          <p:nvPr userDrawn="1"/>
        </p:nvSpPr>
        <p:spPr>
          <a:xfrm>
            <a:off x="8857737" y="5988313"/>
            <a:ext cx="2805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0" dirty="0">
                <a:latin typeface="Arial" panose="020B0604020202020204" pitchFamily="34" charset="0"/>
                <a:cs typeface="Arial" panose="020B0604020202020204" pitchFamily="34" charset="0"/>
              </a:rPr>
              <a:t>CHANGEPLEASE.ORG  @CHANGEPLEASE</a:t>
            </a:r>
          </a:p>
        </p:txBody>
      </p:sp>
      <p:pic>
        <p:nvPicPr>
          <p:cNvPr id="4" name="Picture 3" descr="A sign with text on it&#10;&#10;Description automatically generated">
            <a:extLst>
              <a:ext uri="{FF2B5EF4-FFF2-40B4-BE49-F238E27FC236}">
                <a16:creationId xmlns:a16="http://schemas.microsoft.com/office/drawing/2014/main" id="{A5F85F23-B72C-8ACF-D607-E6D6ED3841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90310" y="-123600"/>
            <a:ext cx="2994491" cy="186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89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u Blank">
    <p:bg>
      <p:bgPr>
        <a:solidFill>
          <a:srgbClr val="FC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0E4234-F178-383A-A6F8-FA5C66F9FDCB}"/>
              </a:ext>
            </a:extLst>
          </p:cNvPr>
          <p:cNvSpPr txBox="1"/>
          <p:nvPr userDrawn="1"/>
        </p:nvSpPr>
        <p:spPr>
          <a:xfrm>
            <a:off x="1199278" y="1442138"/>
            <a:ext cx="14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COFFEE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48B7D-9D61-B8C0-44C9-9E6AC78EECFA}"/>
              </a:ext>
            </a:extLst>
          </p:cNvPr>
          <p:cNvSpPr txBox="1"/>
          <p:nvPr userDrawn="1"/>
        </p:nvSpPr>
        <p:spPr>
          <a:xfrm>
            <a:off x="1199278" y="4018519"/>
            <a:ext cx="2111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HOT DRINKS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51FBA-B894-8651-C0FB-9DAAB0067332}"/>
              </a:ext>
            </a:extLst>
          </p:cNvPr>
          <p:cNvSpPr txBox="1"/>
          <p:nvPr userDrawn="1"/>
        </p:nvSpPr>
        <p:spPr>
          <a:xfrm>
            <a:off x="7177946" y="1404366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0" dirty="0">
                <a:latin typeface="Arial" panose="020B0604020202020204" pitchFamily="34" charset="0"/>
                <a:cs typeface="Arial" panose="020B0604020202020204" pitchFamily="34" charset="0"/>
              </a:rPr>
              <a:t>EXTRAS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95FFC0-1A16-B331-C6F8-9CD7C9B8DCFF}"/>
              </a:ext>
            </a:extLst>
          </p:cNvPr>
          <p:cNvCxnSpPr>
            <a:cxnSpLocks/>
          </p:cNvCxnSpPr>
          <p:nvPr userDrawn="1"/>
        </p:nvCxnSpPr>
        <p:spPr>
          <a:xfrm>
            <a:off x="1196320" y="1811470"/>
            <a:ext cx="38177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 descr="A menu with text on it&#10;&#10;Description automatically generated with medium confidence">
            <a:extLst>
              <a:ext uri="{FF2B5EF4-FFF2-40B4-BE49-F238E27FC236}">
                <a16:creationId xmlns:a16="http://schemas.microsoft.com/office/drawing/2014/main" id="{ADEB9FDB-F6BF-BFE9-2521-CA6F50A7A1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7" y="11595021"/>
            <a:ext cx="12187203" cy="6858000"/>
          </a:xfrm>
          <a:prstGeom prst="rect">
            <a:avLst/>
          </a:prstGeom>
        </p:spPr>
      </p:pic>
      <p:pic>
        <p:nvPicPr>
          <p:cNvPr id="63" name="Picture 62" descr="A pink text on a black background&#10;&#10;Description automatically generated">
            <a:extLst>
              <a:ext uri="{FF2B5EF4-FFF2-40B4-BE49-F238E27FC236}">
                <a16:creationId xmlns:a16="http://schemas.microsoft.com/office/drawing/2014/main" id="{5298DA53-FB7F-9A6B-C22A-96B604D4C4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70411" y="5174562"/>
            <a:ext cx="5088654" cy="959701"/>
          </a:xfrm>
          <a:prstGeom prst="rect">
            <a:avLst/>
          </a:prstGeom>
        </p:spPr>
      </p:pic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8E69475-526E-B42F-58CD-F8311B77D004}"/>
              </a:ext>
            </a:extLst>
          </p:cNvPr>
          <p:cNvCxnSpPr>
            <a:cxnSpLocks/>
          </p:cNvCxnSpPr>
          <p:nvPr userDrawn="1"/>
        </p:nvCxnSpPr>
        <p:spPr>
          <a:xfrm>
            <a:off x="1196320" y="4407914"/>
            <a:ext cx="38177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A869E1B-ECCF-2254-B72D-243072DF78BB}"/>
              </a:ext>
            </a:extLst>
          </p:cNvPr>
          <p:cNvCxnSpPr>
            <a:cxnSpLocks/>
          </p:cNvCxnSpPr>
          <p:nvPr userDrawn="1"/>
        </p:nvCxnSpPr>
        <p:spPr>
          <a:xfrm>
            <a:off x="7174988" y="1821030"/>
            <a:ext cx="38177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70F433C-7E47-41E1-9341-952D0F28823A}"/>
              </a:ext>
            </a:extLst>
          </p:cNvPr>
          <p:cNvSpPr txBox="1"/>
          <p:nvPr userDrawn="1"/>
        </p:nvSpPr>
        <p:spPr>
          <a:xfrm>
            <a:off x="8857737" y="5988313"/>
            <a:ext cx="2805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0" dirty="0">
                <a:latin typeface="Arial" panose="020B0604020202020204" pitchFamily="34" charset="0"/>
                <a:cs typeface="Arial" panose="020B0604020202020204" pitchFamily="34" charset="0"/>
              </a:rPr>
              <a:t>CHANGEPLEASE.ORG  @CHANGEPLEASE</a:t>
            </a:r>
          </a:p>
        </p:txBody>
      </p:sp>
      <p:pic>
        <p:nvPicPr>
          <p:cNvPr id="4" name="Picture 3" descr="A sign with text on it&#10;&#10;Description automatically generated">
            <a:extLst>
              <a:ext uri="{FF2B5EF4-FFF2-40B4-BE49-F238E27FC236}">
                <a16:creationId xmlns:a16="http://schemas.microsoft.com/office/drawing/2014/main" id="{3A6648E8-A991-E119-7E58-A11E3E93934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90310" y="-123600"/>
            <a:ext cx="2994491" cy="186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20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C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35CC8-692F-ACC1-8B6E-7F9DA568E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E80F7-67C3-F35F-B2B5-6F8E06D29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E4DAA-953C-884B-4B60-C49F1503B0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538CF-73B1-6B4A-92B6-4285812DFE4A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7978-F015-A994-90B7-635FD8A69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DB256-C3E9-8EDB-74B0-86BA14F2C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9E911-ECD3-874F-A9DF-F1C16360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946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89" r:id="rId2"/>
    <p:sldLayoutId id="2147483793" r:id="rId3"/>
    <p:sldLayoutId id="2147483790" r:id="rId4"/>
    <p:sldLayoutId id="214748379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7286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1092AD-49B1-1D2D-FAEB-A7CD549E27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35C7B-4206-7FFF-858B-8F63D90950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F17C8-88E4-B322-F4B6-B38AEA49F4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A8C6B-1045-936C-BA07-55A6449565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20BDC-9AEB-C8E1-C481-C51760C8E2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F9E04-AA4F-129F-3A12-51BAE578B4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F1526C-FE4A-369E-072F-38A951F09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F1265F-79FD-62A0-E05A-15D58DD46C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7C18F45-2E03-F783-5C4D-9237A5D400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A4A210-6B9A-BE75-2A78-B18D52E808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DA576B-C548-C50C-6208-8FE04173FE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BEC828A-316B-6C0B-B086-877E7F6319E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C35E6C3-45F4-EBF7-FD5B-DCC6C692CE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AC5FC4-E733-F461-A43D-0E01E13BDD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FC34505-FA28-33CA-EC24-1FDC2EAC466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A118F93-4BC7-79F1-4E78-399BC490578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3C0BEFA-011B-AD48-1522-8199C73E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2AE24BF-1E90-9A62-A478-0FFE56B9FAF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EFEC51D-CEB6-84B6-CFAB-AD26053931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1A2C952-004C-B216-8FED-C267AC51C0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5010F28-31D3-3E1C-DE9D-A0A14A04CAF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DEF996A-26B2-4EB0-0132-5F5BFD5C49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C742072-C1EF-7E16-662C-35D0CD90E0D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55D78A0-39DC-D0E9-4213-255700EC8E1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EC37B25-5651-C9DA-1F5E-2A900908AB2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A581FAF-72DE-ECF3-21FF-99F9A7D595A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F78C6A47-291C-CDD1-505B-6E082A094AA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F2C5ACE-1CCE-509F-481E-5122A5986A3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20A822A4-A93D-FBDD-CEE9-C0BCA91672D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B89BD5A-2FEE-81A8-33FD-98450C97D3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04E281D-D3B0-3060-271F-B1664C0640E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92F63C9-2178-25FE-F6C4-6D6AE3D9BEB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0E0D2C27-FABA-A381-82C8-7EE41B126C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8B7D06E-B8C8-9F41-89F0-984C72B2E9D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7482AA76-B465-D428-CA5C-9056C503CD8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090003D5-97E0-A966-9BCB-05E4AF92856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049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308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3999F3-3FCA-9517-C042-F86D29348A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8F124-FBAA-2AC7-DF92-B0AB8B4CDA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472F0-F78C-23B0-6910-500E53F23A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A68787-C59A-6EBD-1452-CB6D7B7095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45ED74-9F2B-0B17-0D7F-6C23602583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581C90-2F4D-79EE-9BC1-F4489AD2D2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D2F372-0E98-6631-62B5-A3FA924D4F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F6F494E-B275-60CF-08FE-B37A422B7A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0D261C6-DBD9-BD2D-B591-D6B03D1658C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FD4D44D-2B1D-CBC8-3B71-F048FF85B1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A67A34-6108-2F87-A7B6-8723A204E0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FDBC446-0538-ACDA-743E-FFDA273062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869C178-55FF-0B88-2B72-1F609DFC6D4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A81968B-3759-F0AE-7940-4A817902FDE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AC189EB-8415-FA6D-C7C2-80CF60F157B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6CAEF36-E320-48E4-34C5-B1E80436570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63EF527-7DC9-2409-5518-94E78FD9B0F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FB42A2B-B344-EDAB-0906-876455AD043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1BBD7F-85BD-9AA0-4325-E54B30F5CD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EAC64D4-F9CD-0B8B-C707-16B55BE5820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9673C51-EBB8-444D-2A5A-DFD96D03EAD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D3A989F-23B6-7192-5F54-8B9FD3F0A8F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D2CEF7-64ED-4D75-3FA9-EAF12E18519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455B871-9905-D100-690D-1D81731476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6735B8B-BB51-CB51-70D1-C6C64B2B43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862A3E9-DD11-C7C0-1B58-05C4D237353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AAF55E4-EB26-4353-1C78-3463BC5A0B9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380EB5BA-9048-270A-9160-0F1EB59D176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30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92673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rs and blank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 template_empty_july23" id="{0CAB817C-1418-CA4F-8136-B0820048CE9F}" vid="{F0DBB60A-B46D-0645-9FE6-57A0842D1C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ED3D979BFF1146B367A3CA8016C4CA" ma:contentTypeVersion="18" ma:contentTypeDescription="Create a new document." ma:contentTypeScope="" ma:versionID="c56e975c108769bfa8603848d95fb7fb">
  <xsd:schema xmlns:xsd="http://www.w3.org/2001/XMLSchema" xmlns:xs="http://www.w3.org/2001/XMLSchema" xmlns:p="http://schemas.microsoft.com/office/2006/metadata/properties" xmlns:ns2="fd21be98-5c43-49c8-874b-1872ed1bf9d3" xmlns:ns3="e9763022-f4c1-4918-b5d8-b8563018da80" targetNamespace="http://schemas.microsoft.com/office/2006/metadata/properties" ma:root="true" ma:fieldsID="df073b7628208b9198537a61915a9278" ns2:_="" ns3:_="">
    <xsd:import namespace="fd21be98-5c43-49c8-874b-1872ed1bf9d3"/>
    <xsd:import namespace="e9763022-f4c1-4918-b5d8-b8563018da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21be98-5c43-49c8-874b-1872ed1bf9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f8e42b8d-a0e9-4761-96e7-5736653776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763022-f4c1-4918-b5d8-b8563018da8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30524d8-6fd7-442a-8f88-f6f10eafbe9a}" ma:internalName="TaxCatchAll" ma:showField="CatchAllData" ma:web="e9763022-f4c1-4918-b5d8-b8563018da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d21be98-5c43-49c8-874b-1872ed1bf9d3">
      <Terms xmlns="http://schemas.microsoft.com/office/infopath/2007/PartnerControls"/>
    </lcf76f155ced4ddcb4097134ff3c332f>
    <TaxCatchAll xmlns="e9763022-f4c1-4918-b5d8-b8563018da80" xsi:nil="true"/>
  </documentManagement>
</p:properties>
</file>

<file path=customXml/itemProps1.xml><?xml version="1.0" encoding="utf-8"?>
<ds:datastoreItem xmlns:ds="http://schemas.openxmlformats.org/officeDocument/2006/customXml" ds:itemID="{E0AD30E1-12E5-48EF-AB1D-640044053158}"/>
</file>

<file path=customXml/itemProps2.xml><?xml version="1.0" encoding="utf-8"?>
<ds:datastoreItem xmlns:ds="http://schemas.openxmlformats.org/officeDocument/2006/customXml" ds:itemID="{CB528274-7829-4BE7-9D53-2B3B42265D77}"/>
</file>

<file path=customXml/itemProps3.xml><?xml version="1.0" encoding="utf-8"?>
<ds:datastoreItem xmlns:ds="http://schemas.openxmlformats.org/officeDocument/2006/customXml" ds:itemID="{D40A376E-4D89-41CF-901C-A001824CDABB}"/>
</file>

<file path=docProps/app.xml><?xml version="1.0" encoding="utf-8"?>
<Properties xmlns="http://schemas.openxmlformats.org/officeDocument/2006/extended-properties" xmlns:vt="http://schemas.openxmlformats.org/officeDocument/2006/docPropsVTypes">
  <Template>ChangePleasse_Core</Template>
  <TotalTime>180</TotalTime>
  <Words>1</Words>
  <Application>Microsoft Macintosh PowerPoint</Application>
  <PresentationFormat>Widescreen</PresentationFormat>
  <Paragraphs>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Dividers and blanks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Vaida Gruzauskaite</dc:creator>
  <cp:lastModifiedBy>Vaida Gruzauskaite</cp:lastModifiedBy>
  <cp:revision>4</cp:revision>
  <dcterms:created xsi:type="dcterms:W3CDTF">2024-09-16T12:00:29Z</dcterms:created>
  <dcterms:modified xsi:type="dcterms:W3CDTF">2025-01-20T15:12:49Z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0x010100ECED3D979BFF1146B367A3CA8016C4CA</vt:lpwstr>
  </property>
</Properties>
</file>