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notesMasterIdLst>
    <p:notesMasterId r:id="rId7"/>
  </p:notesMasterIdLst>
  <p:handoutMasterIdLst>
    <p:handoutMasterId r:id="rId8"/>
  </p:handoutMasterIdLst>
  <p:sldIdLst>
    <p:sldId id="263" r:id="rId2"/>
    <p:sldId id="264" r:id="rId3"/>
    <p:sldId id="265" r:id="rId4"/>
    <p:sldId id="266" r:id="rId5"/>
    <p:sldId id="267" r:id="rId6"/>
  </p:sldIdLst>
  <p:sldSz cx="5145088" cy="9144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3CE"/>
    <a:srgbClr val="FCF3EC"/>
    <a:srgbClr val="D43B4B"/>
    <a:srgbClr val="675E2C"/>
    <a:srgbClr val="0062AB"/>
    <a:srgbClr val="B4C8E4"/>
    <a:srgbClr val="B5CEB6"/>
    <a:srgbClr val="FFFFFF"/>
    <a:srgbClr val="1C1C4B"/>
    <a:srgbClr val="D22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/>
    <p:restoredTop sz="96327"/>
  </p:normalViewPr>
  <p:slideViewPr>
    <p:cSldViewPr snapToGrid="0">
      <p:cViewPr>
        <p:scale>
          <a:sx n="119" d="100"/>
          <a:sy n="119" d="100"/>
        </p:scale>
        <p:origin x="3608" y="-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7" d="100"/>
          <a:sy n="127" d="100"/>
        </p:scale>
        <p:origin x="364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38EB40-F0EA-0A48-8636-758422A3A7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7DCA8-27F0-C629-C100-1D6933EF84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086D6-B78B-304E-A250-3756A0B460C5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CA0C-E396-6FBC-4AD0-49B1B83CB7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E75C3-E4AF-80D3-6FD3-EFC06F036F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47A07F-6399-514F-84FF-F6B1ADDB2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9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86596-36D2-ED42-BC50-E179D3AC5F73}" type="datetimeFigureOut">
              <a:rPr lang="en-US" smtClean="0"/>
              <a:t>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9F368-DD41-2241-9C00-DEDEBB95B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76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w to ed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D3D359-7464-C9CA-C06D-90D4965E4DD4}"/>
              </a:ext>
            </a:extLst>
          </p:cNvPr>
          <p:cNvGrpSpPr/>
          <p:nvPr userDrawn="1"/>
        </p:nvGrpSpPr>
        <p:grpSpPr>
          <a:xfrm>
            <a:off x="648283" y="634153"/>
            <a:ext cx="2449766" cy="3863022"/>
            <a:chOff x="278994" y="1227728"/>
            <a:chExt cx="3380241" cy="5330282"/>
          </a:xfrm>
          <a:solidFill>
            <a:srgbClr val="F8D3CE"/>
          </a:solidFill>
        </p:grpSpPr>
        <p:pic>
          <p:nvPicPr>
            <p:cNvPr id="3" name="Picture 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06A6D13-B790-A082-DD20-FE2496B66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0450" y="2418031"/>
              <a:ext cx="2328785" cy="1884229"/>
            </a:xfrm>
            <a:prstGeom prst="rect">
              <a:avLst/>
            </a:prstGeom>
            <a:grpFill/>
          </p:spPr>
        </p:pic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281B072-3445-603F-1838-279B4548D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8977" y="1876781"/>
              <a:ext cx="1643039" cy="589228"/>
            </a:xfrm>
            <a:prstGeom prst="rect">
              <a:avLst/>
            </a:prstGeom>
            <a:grpFill/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854E016-3CB7-DDFF-720A-3BA237DF171D}"/>
                </a:ext>
              </a:extLst>
            </p:cNvPr>
            <p:cNvSpPr txBox="1"/>
            <p:nvPr/>
          </p:nvSpPr>
          <p:spPr>
            <a:xfrm>
              <a:off x="428977" y="1227728"/>
              <a:ext cx="3230258" cy="9767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Select ‘New Slide’ to open all available layouts. </a:t>
              </a:r>
            </a:p>
            <a:p>
              <a:r>
                <a:rPr lang="en-US" sz="1000" dirty="0"/>
                <a:t>Choose template that suits your needs best and click on it.</a:t>
              </a:r>
            </a:p>
          </p:txBody>
        </p:sp>
        <p:pic>
          <p:nvPicPr>
            <p:cNvPr id="25" name="Picture 24" descr="A close-up of a card&#10;&#10;Description automatically generated">
              <a:extLst>
                <a:ext uri="{FF2B5EF4-FFF2-40B4-BE49-F238E27FC236}">
                  <a16:creationId xmlns:a16="http://schemas.microsoft.com/office/drawing/2014/main" id="{B865C3D5-F7C1-9D9C-0DAB-7DFD3D571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8994" y="3129010"/>
              <a:ext cx="1201439" cy="3429000"/>
            </a:xfrm>
            <a:prstGeom prst="rect">
              <a:avLst/>
            </a:prstGeom>
            <a:grpFill/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79E3FA-F116-B0FF-E5BA-5CB4E0E120B9}"/>
                </a:ext>
              </a:extLst>
            </p:cNvPr>
            <p:cNvSpPr txBox="1"/>
            <p:nvPr/>
          </p:nvSpPr>
          <p:spPr>
            <a:xfrm>
              <a:off x="1480433" y="4762206"/>
              <a:ext cx="1365956" cy="76441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Your template will appear here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D5C024-4AA4-7D0E-F74D-D47EE9CB53E8}"/>
              </a:ext>
            </a:extLst>
          </p:cNvPr>
          <p:cNvGrpSpPr/>
          <p:nvPr userDrawn="1"/>
        </p:nvGrpSpPr>
        <p:grpSpPr>
          <a:xfrm>
            <a:off x="842666" y="5368017"/>
            <a:ext cx="1448078" cy="2926445"/>
            <a:chOff x="4560708" y="1227728"/>
            <a:chExt cx="2949558" cy="5960810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5889364-8F75-86B4-A435-103A95AF6F72}"/>
                </a:ext>
              </a:extLst>
            </p:cNvPr>
            <p:cNvSpPr txBox="1"/>
            <p:nvPr/>
          </p:nvSpPr>
          <p:spPr>
            <a:xfrm>
              <a:off x="4646966" y="1227728"/>
              <a:ext cx="2724677" cy="814975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There are 2 types of templates available.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BCA8B2D-397F-EEBA-30BD-FD140391E8B8}"/>
                </a:ext>
              </a:extLst>
            </p:cNvPr>
            <p:cNvSpPr txBox="1"/>
            <p:nvPr/>
          </p:nvSpPr>
          <p:spPr>
            <a:xfrm>
              <a:off x="4646966" y="1555105"/>
              <a:ext cx="2724677" cy="1755328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Template 1 contains </a:t>
              </a:r>
              <a:r>
                <a:rPr lang="en-US" sz="1000" dirty="0" err="1"/>
                <a:t>layed</a:t>
              </a:r>
              <a:r>
                <a:rPr lang="en-US" sz="1000" dirty="0"/>
                <a:t> out boxes.</a:t>
              </a:r>
            </a:p>
            <a:p>
              <a:r>
                <a:rPr lang="en-US" sz="1000" dirty="0"/>
                <a:t>They are editable when clicked inside text box. </a:t>
              </a:r>
            </a:p>
          </p:txBody>
        </p:sp>
        <p:pic>
          <p:nvPicPr>
            <p:cNvPr id="30" name="Picture 29" descr="A menu with prices and prices&#10;&#10;Description automatically generated with medium confidence">
              <a:extLst>
                <a:ext uri="{FF2B5EF4-FFF2-40B4-BE49-F238E27FC236}">
                  <a16:creationId xmlns:a16="http://schemas.microsoft.com/office/drawing/2014/main" id="{F710D62B-79F0-85D9-D18F-212084148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60708" y="2307510"/>
              <a:ext cx="1821121" cy="18842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1" name="Picture 30" descr="A screenshot of a menu&#10;&#10;Description automatically generated">
              <a:extLst>
                <a:ext uri="{FF2B5EF4-FFF2-40B4-BE49-F238E27FC236}">
                  <a16:creationId xmlns:a16="http://schemas.microsoft.com/office/drawing/2014/main" id="{614C3A8F-4971-2D43-7132-B5DD6F9DA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30104" y="2918179"/>
              <a:ext cx="1680162" cy="17383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72B3191-ED1B-251E-7EB4-648FB8379FCE}"/>
                </a:ext>
              </a:extLst>
            </p:cNvPr>
            <p:cNvSpPr txBox="1"/>
            <p:nvPr/>
          </p:nvSpPr>
          <p:spPr>
            <a:xfrm>
              <a:off x="4646966" y="4806306"/>
              <a:ext cx="2724677" cy="2382232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Template 2 contains just section layout. </a:t>
              </a:r>
            </a:p>
            <a:p>
              <a:r>
                <a:rPr lang="en-US" sz="1000" dirty="0"/>
                <a:t>You are required to create your own text boxes and build layout for fully custom menu. </a:t>
              </a:r>
            </a:p>
          </p:txBody>
        </p:sp>
        <p:pic>
          <p:nvPicPr>
            <p:cNvPr id="33" name="Picture 32" descr="A menu with black lines&#10;&#10;Description automatically generated">
              <a:extLst>
                <a:ext uri="{FF2B5EF4-FFF2-40B4-BE49-F238E27FC236}">
                  <a16:creationId xmlns:a16="http://schemas.microsoft.com/office/drawing/2014/main" id="{A82C85D2-AD12-CA81-50B6-21A0011977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46966" y="5788922"/>
              <a:ext cx="850723" cy="8802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4" name="Picture 33" descr="A close-up of a coffee menu&#10;&#10;Description automatically generated">
              <a:extLst>
                <a:ext uri="{FF2B5EF4-FFF2-40B4-BE49-F238E27FC236}">
                  <a16:creationId xmlns:a16="http://schemas.microsoft.com/office/drawing/2014/main" id="{31F66055-2FBD-C2A9-1000-FB73655FB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05601" y="5787045"/>
              <a:ext cx="1317391" cy="8802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CDA354B-7DC0-454E-6D66-631F3593EB56}"/>
              </a:ext>
            </a:extLst>
          </p:cNvPr>
          <p:cNvGrpSpPr/>
          <p:nvPr userDrawn="1"/>
        </p:nvGrpSpPr>
        <p:grpSpPr>
          <a:xfrm>
            <a:off x="2949680" y="2914832"/>
            <a:ext cx="1988315" cy="2723783"/>
            <a:chOff x="8232931" y="406172"/>
            <a:chExt cx="3338541" cy="457345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AD0F77E-B39D-5278-4C15-C50189213BA1}"/>
                </a:ext>
              </a:extLst>
            </p:cNvPr>
            <p:cNvSpPr txBox="1"/>
            <p:nvPr/>
          </p:nvSpPr>
          <p:spPr>
            <a:xfrm>
              <a:off x="8757085" y="406172"/>
              <a:ext cx="2481966" cy="930207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Please ensure that you are following basic typography guidelines</a:t>
              </a:r>
            </a:p>
          </p:txBody>
        </p:sp>
        <p:pic>
          <p:nvPicPr>
            <p:cNvPr id="37" name="Picture 36" descr="A screenshot of a phone&#10;&#10;Description automatically generated">
              <a:extLst>
                <a:ext uri="{FF2B5EF4-FFF2-40B4-BE49-F238E27FC236}">
                  <a16:creationId xmlns:a16="http://schemas.microsoft.com/office/drawing/2014/main" id="{56CF0F99-BC16-742E-EEDA-EAB2D51BF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32931" y="1461833"/>
              <a:ext cx="2475991" cy="779296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80E96FE-4617-2F0C-C220-3ADC0CB0422A}"/>
                </a:ext>
              </a:extLst>
            </p:cNvPr>
            <p:cNvSpPr txBox="1"/>
            <p:nvPr/>
          </p:nvSpPr>
          <p:spPr>
            <a:xfrm>
              <a:off x="8757085" y="3274243"/>
              <a:ext cx="2481966" cy="1705380"/>
            </a:xfrm>
            <a:prstGeom prst="rect">
              <a:avLst/>
            </a:prstGeom>
            <a:solidFill>
              <a:srgbClr val="F8D3CE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For all menu input, please ensure you are using Arial Regular font. Maximum size is 18pt.</a:t>
              </a:r>
            </a:p>
            <a:p>
              <a:r>
                <a:rPr lang="en-US" sz="1000" dirty="0"/>
                <a:t>Select Capitalize Each Word.</a:t>
              </a:r>
            </a:p>
          </p:txBody>
        </p:sp>
        <p:pic>
          <p:nvPicPr>
            <p:cNvPr id="39" name="Picture 38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0C70DD94-D2C5-E32F-AC0B-21C80F6F7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174620" y="1939415"/>
              <a:ext cx="1396852" cy="11503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8620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u+Seasonal"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0E4234-F178-383A-A6F8-FA5C66F9FDCB}"/>
              </a:ext>
            </a:extLst>
          </p:cNvPr>
          <p:cNvSpPr txBox="1"/>
          <p:nvPr userDrawn="1"/>
        </p:nvSpPr>
        <p:spPr>
          <a:xfrm>
            <a:off x="506102" y="1985593"/>
            <a:ext cx="827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COFFEE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48B7D-9D61-B8C0-44C9-9E6AC78EECFA}"/>
              </a:ext>
            </a:extLst>
          </p:cNvPr>
          <p:cNvSpPr txBox="1"/>
          <p:nvPr userDrawn="1"/>
        </p:nvSpPr>
        <p:spPr>
          <a:xfrm>
            <a:off x="507351" y="4768170"/>
            <a:ext cx="120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HOT DRINKS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51FBA-B894-8651-C0FB-9DAAB0067332}"/>
              </a:ext>
            </a:extLst>
          </p:cNvPr>
          <p:cNvSpPr txBox="1"/>
          <p:nvPr userDrawn="1"/>
        </p:nvSpPr>
        <p:spPr>
          <a:xfrm>
            <a:off x="2917066" y="2020589"/>
            <a:ext cx="1035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EXTRAS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95FFC0-1A16-B331-C6F8-9CD7C9B8DCFF}"/>
              </a:ext>
            </a:extLst>
          </p:cNvPr>
          <p:cNvCxnSpPr>
            <a:cxnSpLocks/>
          </p:cNvCxnSpPr>
          <p:nvPr userDrawn="1"/>
        </p:nvCxnSpPr>
        <p:spPr>
          <a:xfrm>
            <a:off x="506102" y="2275896"/>
            <a:ext cx="17687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DD6EA7-6FD3-5265-70BE-3363A8F8258B}"/>
              </a:ext>
            </a:extLst>
          </p:cNvPr>
          <p:cNvSpPr txBox="1"/>
          <p:nvPr userDrawn="1"/>
        </p:nvSpPr>
        <p:spPr>
          <a:xfrm>
            <a:off x="2917066" y="3887787"/>
            <a:ext cx="129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SEASONAL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5407A8-8B5B-41A6-F62E-206E3B76DBF3}"/>
              </a:ext>
            </a:extLst>
          </p:cNvPr>
          <p:cNvSpPr txBox="1"/>
          <p:nvPr userDrawn="1"/>
        </p:nvSpPr>
        <p:spPr>
          <a:xfrm>
            <a:off x="2222812" y="8434903"/>
            <a:ext cx="26481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i="0" dirty="0">
                <a:latin typeface="Arial" panose="020B0604020202020204" pitchFamily="34" charset="0"/>
                <a:cs typeface="Arial" panose="020B0604020202020204" pitchFamily="34" charset="0"/>
              </a:rPr>
              <a:t>CHANGEPLEASE.ORG  @CHANGEPLEASE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4FED73E9-A0F8-3C8D-D15B-75B371D1B0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6102" y="2357540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Espresso</a:t>
            </a:r>
          </a:p>
        </p:txBody>
      </p:sp>
      <p:sp>
        <p:nvSpPr>
          <p:cNvPr id="67" name="Text Placeholder 65">
            <a:extLst>
              <a:ext uri="{FF2B5EF4-FFF2-40B4-BE49-F238E27FC236}">
                <a16:creationId xmlns:a16="http://schemas.microsoft.com/office/drawing/2014/main" id="{39E96580-0D1A-F7CE-0F68-18EDDA66F2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102" y="2735288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 err="1"/>
              <a:t>Macchiatto</a:t>
            </a:r>
            <a:endParaRPr lang="en-GB" dirty="0"/>
          </a:p>
        </p:txBody>
      </p:sp>
      <p:sp>
        <p:nvSpPr>
          <p:cNvPr id="68" name="Text Placeholder 65">
            <a:extLst>
              <a:ext uri="{FF2B5EF4-FFF2-40B4-BE49-F238E27FC236}">
                <a16:creationId xmlns:a16="http://schemas.microsoft.com/office/drawing/2014/main" id="{A2D85DAE-8953-4623-5C48-8F932508EF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102" y="3113036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Flat White</a:t>
            </a:r>
          </a:p>
        </p:txBody>
      </p:sp>
      <p:sp>
        <p:nvSpPr>
          <p:cNvPr id="69" name="Text Placeholder 65">
            <a:extLst>
              <a:ext uri="{FF2B5EF4-FFF2-40B4-BE49-F238E27FC236}">
                <a16:creationId xmlns:a16="http://schemas.microsoft.com/office/drawing/2014/main" id="{83D48171-F1BE-7972-8D9F-F8FE3A267F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6102" y="3490784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Latte</a:t>
            </a:r>
          </a:p>
        </p:txBody>
      </p:sp>
      <p:sp>
        <p:nvSpPr>
          <p:cNvPr id="70" name="Text Placeholder 65">
            <a:extLst>
              <a:ext uri="{FF2B5EF4-FFF2-40B4-BE49-F238E27FC236}">
                <a16:creationId xmlns:a16="http://schemas.microsoft.com/office/drawing/2014/main" id="{DA96329A-8198-AEE4-0BBC-77E37C4E7F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102" y="3868532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Cappuccino</a:t>
            </a:r>
          </a:p>
        </p:txBody>
      </p:sp>
      <p:sp>
        <p:nvSpPr>
          <p:cNvPr id="71" name="Text Placeholder 65">
            <a:extLst>
              <a:ext uri="{FF2B5EF4-FFF2-40B4-BE49-F238E27FC236}">
                <a16:creationId xmlns:a16="http://schemas.microsoft.com/office/drawing/2014/main" id="{56633370-BFBF-9680-7445-B2EB0EB50B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102" y="4246280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Mocha</a:t>
            </a:r>
          </a:p>
        </p:txBody>
      </p:sp>
      <p:sp>
        <p:nvSpPr>
          <p:cNvPr id="72" name="Text Placeholder 65">
            <a:extLst>
              <a:ext uri="{FF2B5EF4-FFF2-40B4-BE49-F238E27FC236}">
                <a16:creationId xmlns:a16="http://schemas.microsoft.com/office/drawing/2014/main" id="{411397CA-8611-6C6E-33F8-1BC34FF08D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65691" y="2356270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73" name="Text Placeholder 65">
            <a:extLst>
              <a:ext uri="{FF2B5EF4-FFF2-40B4-BE49-F238E27FC236}">
                <a16:creationId xmlns:a16="http://schemas.microsoft.com/office/drawing/2014/main" id="{7B09AB2E-B6A9-400C-1C9D-5200592F6D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65691" y="2734018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74" name="Text Placeholder 65">
            <a:extLst>
              <a:ext uri="{FF2B5EF4-FFF2-40B4-BE49-F238E27FC236}">
                <a16:creationId xmlns:a16="http://schemas.microsoft.com/office/drawing/2014/main" id="{5B879908-F6E5-8C01-B113-FB22673643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5691" y="3111766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75" name="Text Placeholder 65">
            <a:extLst>
              <a:ext uri="{FF2B5EF4-FFF2-40B4-BE49-F238E27FC236}">
                <a16:creationId xmlns:a16="http://schemas.microsoft.com/office/drawing/2014/main" id="{66FCCE67-6516-72ED-1C01-867903EFC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5691" y="3489514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76" name="Text Placeholder 65">
            <a:extLst>
              <a:ext uri="{FF2B5EF4-FFF2-40B4-BE49-F238E27FC236}">
                <a16:creationId xmlns:a16="http://schemas.microsoft.com/office/drawing/2014/main" id="{A38BB469-0844-B39F-8317-B13AC0EB96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65691" y="3867262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77" name="Text Placeholder 65">
            <a:extLst>
              <a:ext uri="{FF2B5EF4-FFF2-40B4-BE49-F238E27FC236}">
                <a16:creationId xmlns:a16="http://schemas.microsoft.com/office/drawing/2014/main" id="{6EC3399B-A03B-C845-2407-671AE542F1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65691" y="4245013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£3.20</a:t>
            </a:r>
          </a:p>
        </p:txBody>
      </p:sp>
      <p:sp>
        <p:nvSpPr>
          <p:cNvPr id="78" name="Text Placeholder 65">
            <a:extLst>
              <a:ext uri="{FF2B5EF4-FFF2-40B4-BE49-F238E27FC236}">
                <a16:creationId xmlns:a16="http://schemas.microsoft.com/office/drawing/2014/main" id="{6E0DFD58-7D27-C53C-6B0F-F3B2F6D235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6102" y="5165357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Tea</a:t>
            </a:r>
          </a:p>
        </p:txBody>
      </p:sp>
      <p:sp>
        <p:nvSpPr>
          <p:cNvPr id="79" name="Text Placeholder 65">
            <a:extLst>
              <a:ext uri="{FF2B5EF4-FFF2-40B4-BE49-F238E27FC236}">
                <a16:creationId xmlns:a16="http://schemas.microsoft.com/office/drawing/2014/main" id="{0F7A7489-BEED-43D5-F66E-AAAF0613FF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6102" y="5520809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Speciality tea</a:t>
            </a:r>
          </a:p>
        </p:txBody>
      </p:sp>
      <p:sp>
        <p:nvSpPr>
          <p:cNvPr id="80" name="Text Placeholder 65">
            <a:extLst>
              <a:ext uri="{FF2B5EF4-FFF2-40B4-BE49-F238E27FC236}">
                <a16:creationId xmlns:a16="http://schemas.microsoft.com/office/drawing/2014/main" id="{7F58FDF5-85C6-3245-88D1-248604FF587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102" y="5876261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Chocolate</a:t>
            </a:r>
          </a:p>
        </p:txBody>
      </p:sp>
      <p:sp>
        <p:nvSpPr>
          <p:cNvPr id="81" name="Text Placeholder 65">
            <a:extLst>
              <a:ext uri="{FF2B5EF4-FFF2-40B4-BE49-F238E27FC236}">
                <a16:creationId xmlns:a16="http://schemas.microsoft.com/office/drawing/2014/main" id="{C256BFAA-968D-B814-6D3C-CDFF41F530B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102" y="6231713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Chai</a:t>
            </a:r>
          </a:p>
        </p:txBody>
      </p:sp>
      <p:sp>
        <p:nvSpPr>
          <p:cNvPr id="84" name="Text Placeholder 65">
            <a:extLst>
              <a:ext uri="{FF2B5EF4-FFF2-40B4-BE49-F238E27FC236}">
                <a16:creationId xmlns:a16="http://schemas.microsoft.com/office/drawing/2014/main" id="{365B97D4-8C9F-11A0-761C-7CC8694840B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5691" y="5163841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85" name="Text Placeholder 65">
            <a:extLst>
              <a:ext uri="{FF2B5EF4-FFF2-40B4-BE49-F238E27FC236}">
                <a16:creationId xmlns:a16="http://schemas.microsoft.com/office/drawing/2014/main" id="{4DBE49B5-10BE-FF1E-F73C-F386F7F3A2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5691" y="5519293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86" name="Text Placeholder 65">
            <a:extLst>
              <a:ext uri="{FF2B5EF4-FFF2-40B4-BE49-F238E27FC236}">
                <a16:creationId xmlns:a16="http://schemas.microsoft.com/office/drawing/2014/main" id="{B37B0532-BF25-C7B9-87EA-9CA27A7E8CF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5691" y="5874745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87" name="Text Placeholder 65">
            <a:extLst>
              <a:ext uri="{FF2B5EF4-FFF2-40B4-BE49-F238E27FC236}">
                <a16:creationId xmlns:a16="http://schemas.microsoft.com/office/drawing/2014/main" id="{192FBC68-6A36-BA9B-3654-247B074BE2D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5691" y="6230199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90" name="Text Placeholder 65">
            <a:extLst>
              <a:ext uri="{FF2B5EF4-FFF2-40B4-BE49-F238E27FC236}">
                <a16:creationId xmlns:a16="http://schemas.microsoft.com/office/drawing/2014/main" id="{4466C937-4378-8877-2B15-21ED3F7137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917066" y="4304542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Latte 1</a:t>
            </a:r>
          </a:p>
        </p:txBody>
      </p:sp>
      <p:sp>
        <p:nvSpPr>
          <p:cNvPr id="91" name="Text Placeholder 65">
            <a:extLst>
              <a:ext uri="{FF2B5EF4-FFF2-40B4-BE49-F238E27FC236}">
                <a16:creationId xmlns:a16="http://schemas.microsoft.com/office/drawing/2014/main" id="{D894BA68-7901-9CA1-F2A6-761E75F281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17066" y="4659994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Latte 2</a:t>
            </a:r>
          </a:p>
        </p:txBody>
      </p:sp>
      <p:sp>
        <p:nvSpPr>
          <p:cNvPr id="92" name="Text Placeholder 65">
            <a:extLst>
              <a:ext uri="{FF2B5EF4-FFF2-40B4-BE49-F238E27FC236}">
                <a16:creationId xmlns:a16="http://schemas.microsoft.com/office/drawing/2014/main" id="{07A83135-F746-0F61-FFC9-6F2CF98B80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17066" y="5015446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Latte 3</a:t>
            </a:r>
          </a:p>
        </p:txBody>
      </p:sp>
      <p:sp>
        <p:nvSpPr>
          <p:cNvPr id="93" name="Text Placeholder 65">
            <a:extLst>
              <a:ext uri="{FF2B5EF4-FFF2-40B4-BE49-F238E27FC236}">
                <a16:creationId xmlns:a16="http://schemas.microsoft.com/office/drawing/2014/main" id="{131E090C-CBAA-187D-A799-572A61E926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917066" y="5370898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Latte 4</a:t>
            </a:r>
          </a:p>
        </p:txBody>
      </p:sp>
      <p:sp>
        <p:nvSpPr>
          <p:cNvPr id="94" name="Text Placeholder 65">
            <a:extLst>
              <a:ext uri="{FF2B5EF4-FFF2-40B4-BE49-F238E27FC236}">
                <a16:creationId xmlns:a16="http://schemas.microsoft.com/office/drawing/2014/main" id="{14B4DD4E-2E62-C51B-7700-634088EE26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132957" y="4315117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95" name="Text Placeholder 65">
            <a:extLst>
              <a:ext uri="{FF2B5EF4-FFF2-40B4-BE49-F238E27FC236}">
                <a16:creationId xmlns:a16="http://schemas.microsoft.com/office/drawing/2014/main" id="{3852EA00-26AF-2C47-65D5-D1B131FD61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132957" y="4670569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96" name="Text Placeholder 65">
            <a:extLst>
              <a:ext uri="{FF2B5EF4-FFF2-40B4-BE49-F238E27FC236}">
                <a16:creationId xmlns:a16="http://schemas.microsoft.com/office/drawing/2014/main" id="{61526A35-2D73-530B-C988-2D96EAEA1EF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132957" y="5026021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97" name="Text Placeholder 65">
            <a:extLst>
              <a:ext uri="{FF2B5EF4-FFF2-40B4-BE49-F238E27FC236}">
                <a16:creationId xmlns:a16="http://schemas.microsoft.com/office/drawing/2014/main" id="{16B5B29E-ACB1-5A29-2F37-D3FB9EA89B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32957" y="5381473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108" name="Text Placeholder 65">
            <a:extLst>
              <a:ext uri="{FF2B5EF4-FFF2-40B4-BE49-F238E27FC236}">
                <a16:creationId xmlns:a16="http://schemas.microsoft.com/office/drawing/2014/main" id="{C70E34DE-8FFC-C03C-317F-E24093B591D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917066" y="2390148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Marshmallow</a:t>
            </a:r>
          </a:p>
        </p:txBody>
      </p:sp>
      <p:sp>
        <p:nvSpPr>
          <p:cNvPr id="109" name="Text Placeholder 65">
            <a:extLst>
              <a:ext uri="{FF2B5EF4-FFF2-40B4-BE49-F238E27FC236}">
                <a16:creationId xmlns:a16="http://schemas.microsoft.com/office/drawing/2014/main" id="{F975A57C-8B52-09E8-EA94-3FC70FF79D2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917066" y="2745600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Extra Shot</a:t>
            </a:r>
          </a:p>
        </p:txBody>
      </p:sp>
      <p:sp>
        <p:nvSpPr>
          <p:cNvPr id="110" name="Text Placeholder 65">
            <a:extLst>
              <a:ext uri="{FF2B5EF4-FFF2-40B4-BE49-F238E27FC236}">
                <a16:creationId xmlns:a16="http://schemas.microsoft.com/office/drawing/2014/main" id="{BA094CA0-BB40-906F-B64C-9D1B797540C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17066" y="3101052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Syrup</a:t>
            </a:r>
          </a:p>
        </p:txBody>
      </p:sp>
      <p:sp>
        <p:nvSpPr>
          <p:cNvPr id="111" name="Text Placeholder 65">
            <a:extLst>
              <a:ext uri="{FF2B5EF4-FFF2-40B4-BE49-F238E27FC236}">
                <a16:creationId xmlns:a16="http://schemas.microsoft.com/office/drawing/2014/main" id="{759BAA23-4FC7-0BF1-107D-9F1F0C3A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17066" y="3456504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Cream</a:t>
            </a:r>
          </a:p>
        </p:txBody>
      </p:sp>
      <p:sp>
        <p:nvSpPr>
          <p:cNvPr id="112" name="Text Placeholder 65">
            <a:extLst>
              <a:ext uri="{FF2B5EF4-FFF2-40B4-BE49-F238E27FC236}">
                <a16:creationId xmlns:a16="http://schemas.microsoft.com/office/drawing/2014/main" id="{11A2A848-36E9-A6E8-A0B0-57D1782CA25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33417" y="2387774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113" name="Text Placeholder 65">
            <a:extLst>
              <a:ext uri="{FF2B5EF4-FFF2-40B4-BE49-F238E27FC236}">
                <a16:creationId xmlns:a16="http://schemas.microsoft.com/office/drawing/2014/main" id="{5E9C6812-8DCD-2610-23D4-C63D6417CA8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3417" y="2743226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114" name="Text Placeholder 65">
            <a:extLst>
              <a:ext uri="{FF2B5EF4-FFF2-40B4-BE49-F238E27FC236}">
                <a16:creationId xmlns:a16="http://schemas.microsoft.com/office/drawing/2014/main" id="{F7CBF308-4086-F8B4-56EB-C339979BD8E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133417" y="3098678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115" name="Text Placeholder 65">
            <a:extLst>
              <a:ext uri="{FF2B5EF4-FFF2-40B4-BE49-F238E27FC236}">
                <a16:creationId xmlns:a16="http://schemas.microsoft.com/office/drawing/2014/main" id="{FD5EBB7B-9323-CCF8-A6CA-29FD3735EAD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133417" y="3454129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£2.75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8E69475-526E-B42F-58CD-F8311B77D004}"/>
              </a:ext>
            </a:extLst>
          </p:cNvPr>
          <p:cNvCxnSpPr>
            <a:cxnSpLocks/>
          </p:cNvCxnSpPr>
          <p:nvPr userDrawn="1"/>
        </p:nvCxnSpPr>
        <p:spPr>
          <a:xfrm>
            <a:off x="506102" y="5036710"/>
            <a:ext cx="1716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A869E1B-ECCF-2254-B72D-243072DF78BB}"/>
              </a:ext>
            </a:extLst>
          </p:cNvPr>
          <p:cNvCxnSpPr>
            <a:cxnSpLocks/>
          </p:cNvCxnSpPr>
          <p:nvPr userDrawn="1"/>
        </p:nvCxnSpPr>
        <p:spPr>
          <a:xfrm>
            <a:off x="2917066" y="2288643"/>
            <a:ext cx="18938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E9CBDD0-DA80-B2DE-A144-64DA2BF7B91E}"/>
              </a:ext>
            </a:extLst>
          </p:cNvPr>
          <p:cNvCxnSpPr>
            <a:cxnSpLocks/>
          </p:cNvCxnSpPr>
          <p:nvPr userDrawn="1"/>
        </p:nvCxnSpPr>
        <p:spPr>
          <a:xfrm>
            <a:off x="2917066" y="4182651"/>
            <a:ext cx="18938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A sign with text on it&#10;&#10;Description automatically generated">
            <a:extLst>
              <a:ext uri="{FF2B5EF4-FFF2-40B4-BE49-F238E27FC236}">
                <a16:creationId xmlns:a16="http://schemas.microsoft.com/office/drawing/2014/main" id="{8573335C-1C00-EA26-E44E-685E5D5ACD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272" y="-28355"/>
            <a:ext cx="2572544" cy="1605226"/>
          </a:xfrm>
          <a:prstGeom prst="rect">
            <a:avLst/>
          </a:prstGeom>
        </p:spPr>
      </p:pic>
      <p:pic>
        <p:nvPicPr>
          <p:cNvPr id="29" name="Picture 28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B61341D0-9B00-3BF2-72B1-3352A2243E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2877" y="7528685"/>
            <a:ext cx="4859333" cy="91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6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162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nu+Seasonal Blank"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FA278CF-8F3E-831E-859F-7BB0977005C0}"/>
              </a:ext>
            </a:extLst>
          </p:cNvPr>
          <p:cNvSpPr txBox="1"/>
          <p:nvPr userDrawn="1"/>
        </p:nvSpPr>
        <p:spPr>
          <a:xfrm>
            <a:off x="506102" y="1985593"/>
            <a:ext cx="827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COFFEE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F2D71C-7E0C-B7B9-A8F4-EDF9A30AB941}"/>
              </a:ext>
            </a:extLst>
          </p:cNvPr>
          <p:cNvSpPr txBox="1"/>
          <p:nvPr userDrawn="1"/>
        </p:nvSpPr>
        <p:spPr>
          <a:xfrm>
            <a:off x="507351" y="4768170"/>
            <a:ext cx="120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HOT DRINKS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84CFB1-C5A0-A397-FB0B-07C3BFA8297E}"/>
              </a:ext>
            </a:extLst>
          </p:cNvPr>
          <p:cNvSpPr txBox="1"/>
          <p:nvPr userDrawn="1"/>
        </p:nvSpPr>
        <p:spPr>
          <a:xfrm>
            <a:off x="2917066" y="2020589"/>
            <a:ext cx="1035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EXTRAS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E74277-DFE7-867F-385E-90880B86D547}"/>
              </a:ext>
            </a:extLst>
          </p:cNvPr>
          <p:cNvCxnSpPr>
            <a:cxnSpLocks/>
          </p:cNvCxnSpPr>
          <p:nvPr userDrawn="1"/>
        </p:nvCxnSpPr>
        <p:spPr>
          <a:xfrm>
            <a:off x="506102" y="2275896"/>
            <a:ext cx="17687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220BA3-7D59-FF0D-864D-33FE0DA5F0FE}"/>
              </a:ext>
            </a:extLst>
          </p:cNvPr>
          <p:cNvSpPr txBox="1"/>
          <p:nvPr userDrawn="1"/>
        </p:nvSpPr>
        <p:spPr>
          <a:xfrm>
            <a:off x="2917066" y="3887787"/>
            <a:ext cx="12949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SEASONAL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9AF0E5-F98D-7196-474F-E82EC41E76E6}"/>
              </a:ext>
            </a:extLst>
          </p:cNvPr>
          <p:cNvSpPr txBox="1"/>
          <p:nvPr userDrawn="1"/>
        </p:nvSpPr>
        <p:spPr>
          <a:xfrm>
            <a:off x="2222812" y="8434903"/>
            <a:ext cx="26481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i="0" dirty="0">
                <a:latin typeface="Arial" panose="020B0604020202020204" pitchFamily="34" charset="0"/>
                <a:cs typeface="Arial" panose="020B0604020202020204" pitchFamily="34" charset="0"/>
              </a:rPr>
              <a:t>CHANGEPLEASE.ORG  @CHANGEPLEASE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CE69B02-7444-4CEC-D66B-A527C938B49E}"/>
              </a:ext>
            </a:extLst>
          </p:cNvPr>
          <p:cNvCxnSpPr>
            <a:cxnSpLocks/>
          </p:cNvCxnSpPr>
          <p:nvPr userDrawn="1"/>
        </p:nvCxnSpPr>
        <p:spPr>
          <a:xfrm>
            <a:off x="506102" y="5036710"/>
            <a:ext cx="1716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A82D77-A26E-158F-9E06-657DA3944348}"/>
              </a:ext>
            </a:extLst>
          </p:cNvPr>
          <p:cNvCxnSpPr>
            <a:cxnSpLocks/>
          </p:cNvCxnSpPr>
          <p:nvPr userDrawn="1"/>
        </p:nvCxnSpPr>
        <p:spPr>
          <a:xfrm>
            <a:off x="2917066" y="4182651"/>
            <a:ext cx="18938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A sign with text on it&#10;&#10;Description automatically generated">
            <a:extLst>
              <a:ext uri="{FF2B5EF4-FFF2-40B4-BE49-F238E27FC236}">
                <a16:creationId xmlns:a16="http://schemas.microsoft.com/office/drawing/2014/main" id="{C0D600FB-722F-D728-893E-7F36330C3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272" y="-28355"/>
            <a:ext cx="2572544" cy="1605226"/>
          </a:xfrm>
          <a:prstGeom prst="rect">
            <a:avLst/>
          </a:prstGeom>
        </p:spPr>
      </p:pic>
      <p:pic>
        <p:nvPicPr>
          <p:cNvPr id="55" name="Picture 54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39925FD8-AB85-8C0D-E0AA-2955EE443A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2877" y="7528685"/>
            <a:ext cx="4859333" cy="91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316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162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u"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35FD574D-2FD7-1CE2-76E4-1D0CAD05EE38}"/>
              </a:ext>
            </a:extLst>
          </p:cNvPr>
          <p:cNvSpPr txBox="1"/>
          <p:nvPr userDrawn="1"/>
        </p:nvSpPr>
        <p:spPr>
          <a:xfrm>
            <a:off x="506102" y="1985593"/>
            <a:ext cx="827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COFFEE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0159A5-2C09-0B17-CD23-40D79F94AC63}"/>
              </a:ext>
            </a:extLst>
          </p:cNvPr>
          <p:cNvSpPr txBox="1"/>
          <p:nvPr userDrawn="1"/>
        </p:nvSpPr>
        <p:spPr>
          <a:xfrm>
            <a:off x="507351" y="4768170"/>
            <a:ext cx="120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HOT DRINKS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C33990-E414-B538-5A4B-E2DE0351E6E5}"/>
              </a:ext>
            </a:extLst>
          </p:cNvPr>
          <p:cNvSpPr txBox="1"/>
          <p:nvPr userDrawn="1"/>
        </p:nvSpPr>
        <p:spPr>
          <a:xfrm>
            <a:off x="2917066" y="2020589"/>
            <a:ext cx="1035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EXTRAS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0508BE2-C466-2E10-80DF-4D006E3C3A93}"/>
              </a:ext>
            </a:extLst>
          </p:cNvPr>
          <p:cNvCxnSpPr>
            <a:cxnSpLocks/>
          </p:cNvCxnSpPr>
          <p:nvPr userDrawn="1"/>
        </p:nvCxnSpPr>
        <p:spPr>
          <a:xfrm>
            <a:off x="506102" y="2275896"/>
            <a:ext cx="17687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858B80F-757E-D322-374B-0AA7B3C0082B}"/>
              </a:ext>
            </a:extLst>
          </p:cNvPr>
          <p:cNvSpPr txBox="1"/>
          <p:nvPr userDrawn="1"/>
        </p:nvSpPr>
        <p:spPr>
          <a:xfrm>
            <a:off x="2222812" y="8434903"/>
            <a:ext cx="26481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i="0" dirty="0">
                <a:latin typeface="Arial" panose="020B0604020202020204" pitchFamily="34" charset="0"/>
                <a:cs typeface="Arial" panose="020B0604020202020204" pitchFamily="34" charset="0"/>
              </a:rPr>
              <a:t>CHANGEPLEASE.ORG  @CHANGEPLEASE</a:t>
            </a:r>
          </a:p>
        </p:txBody>
      </p:sp>
      <p:sp>
        <p:nvSpPr>
          <p:cNvPr id="62" name="Text Placeholder 65">
            <a:extLst>
              <a:ext uri="{FF2B5EF4-FFF2-40B4-BE49-F238E27FC236}">
                <a16:creationId xmlns:a16="http://schemas.microsoft.com/office/drawing/2014/main" id="{6501C4E9-B98F-81A8-3D6F-B639EE507B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6102" y="2357540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Espresso</a:t>
            </a:r>
          </a:p>
        </p:txBody>
      </p:sp>
      <p:sp>
        <p:nvSpPr>
          <p:cNvPr id="64" name="Text Placeholder 65">
            <a:extLst>
              <a:ext uri="{FF2B5EF4-FFF2-40B4-BE49-F238E27FC236}">
                <a16:creationId xmlns:a16="http://schemas.microsoft.com/office/drawing/2014/main" id="{46B81FF6-B8C0-A0F3-531A-E71DCA4780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102" y="2735288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 err="1"/>
              <a:t>Macchiatto</a:t>
            </a:r>
            <a:endParaRPr lang="en-GB" dirty="0"/>
          </a:p>
        </p:txBody>
      </p:sp>
      <p:sp>
        <p:nvSpPr>
          <p:cNvPr id="65" name="Text Placeholder 65">
            <a:extLst>
              <a:ext uri="{FF2B5EF4-FFF2-40B4-BE49-F238E27FC236}">
                <a16:creationId xmlns:a16="http://schemas.microsoft.com/office/drawing/2014/main" id="{F335A011-0AED-5E21-EC80-99466AF461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6102" y="3113036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Flat White</a:t>
            </a:r>
          </a:p>
        </p:txBody>
      </p:sp>
      <p:sp>
        <p:nvSpPr>
          <p:cNvPr id="82" name="Text Placeholder 65">
            <a:extLst>
              <a:ext uri="{FF2B5EF4-FFF2-40B4-BE49-F238E27FC236}">
                <a16:creationId xmlns:a16="http://schemas.microsoft.com/office/drawing/2014/main" id="{02388C62-F1AB-C7D7-C338-0BCC70A775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6102" y="3490784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Latte</a:t>
            </a:r>
          </a:p>
        </p:txBody>
      </p:sp>
      <p:sp>
        <p:nvSpPr>
          <p:cNvPr id="83" name="Text Placeholder 65">
            <a:extLst>
              <a:ext uri="{FF2B5EF4-FFF2-40B4-BE49-F238E27FC236}">
                <a16:creationId xmlns:a16="http://schemas.microsoft.com/office/drawing/2014/main" id="{0EBEFAA0-C13B-CDE0-7DBE-5088DC059C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6102" y="3868532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Cappuccino</a:t>
            </a:r>
          </a:p>
        </p:txBody>
      </p:sp>
      <p:sp>
        <p:nvSpPr>
          <p:cNvPr id="88" name="Text Placeholder 65">
            <a:extLst>
              <a:ext uri="{FF2B5EF4-FFF2-40B4-BE49-F238E27FC236}">
                <a16:creationId xmlns:a16="http://schemas.microsoft.com/office/drawing/2014/main" id="{CF8C7223-607D-DA08-F22C-467E0F71D7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6102" y="4246280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Mocha</a:t>
            </a:r>
          </a:p>
        </p:txBody>
      </p:sp>
      <p:sp>
        <p:nvSpPr>
          <p:cNvPr id="89" name="Text Placeholder 65">
            <a:extLst>
              <a:ext uri="{FF2B5EF4-FFF2-40B4-BE49-F238E27FC236}">
                <a16:creationId xmlns:a16="http://schemas.microsoft.com/office/drawing/2014/main" id="{68F31861-5A7E-A391-5E63-CE5DB031AF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65691" y="2356270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90" name="Text Placeholder 65">
            <a:extLst>
              <a:ext uri="{FF2B5EF4-FFF2-40B4-BE49-F238E27FC236}">
                <a16:creationId xmlns:a16="http://schemas.microsoft.com/office/drawing/2014/main" id="{03A5A097-7B7A-E613-A321-D2B3E2B917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65691" y="2734018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91" name="Text Placeholder 65">
            <a:extLst>
              <a:ext uri="{FF2B5EF4-FFF2-40B4-BE49-F238E27FC236}">
                <a16:creationId xmlns:a16="http://schemas.microsoft.com/office/drawing/2014/main" id="{0051C852-832D-FF8B-C299-ADD5C87150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5691" y="3111766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92" name="Text Placeholder 65">
            <a:extLst>
              <a:ext uri="{FF2B5EF4-FFF2-40B4-BE49-F238E27FC236}">
                <a16:creationId xmlns:a16="http://schemas.microsoft.com/office/drawing/2014/main" id="{3B56C713-F8D2-3BB9-8D31-3C7FB01A2D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5691" y="3489514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93" name="Text Placeholder 65">
            <a:extLst>
              <a:ext uri="{FF2B5EF4-FFF2-40B4-BE49-F238E27FC236}">
                <a16:creationId xmlns:a16="http://schemas.microsoft.com/office/drawing/2014/main" id="{1B18159B-143A-E985-2C0D-905211F0C4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65691" y="3867262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94" name="Text Placeholder 65">
            <a:extLst>
              <a:ext uri="{FF2B5EF4-FFF2-40B4-BE49-F238E27FC236}">
                <a16:creationId xmlns:a16="http://schemas.microsoft.com/office/drawing/2014/main" id="{2943118E-34F1-5789-3FC4-DAB97B1639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65691" y="4245013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£3.20</a:t>
            </a:r>
          </a:p>
        </p:txBody>
      </p:sp>
      <p:sp>
        <p:nvSpPr>
          <p:cNvPr id="95" name="Text Placeholder 65">
            <a:extLst>
              <a:ext uri="{FF2B5EF4-FFF2-40B4-BE49-F238E27FC236}">
                <a16:creationId xmlns:a16="http://schemas.microsoft.com/office/drawing/2014/main" id="{D34AF787-6B1D-4574-AAC3-E75DF64804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6102" y="5165357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Tea</a:t>
            </a:r>
          </a:p>
        </p:txBody>
      </p:sp>
      <p:sp>
        <p:nvSpPr>
          <p:cNvPr id="96" name="Text Placeholder 65">
            <a:extLst>
              <a:ext uri="{FF2B5EF4-FFF2-40B4-BE49-F238E27FC236}">
                <a16:creationId xmlns:a16="http://schemas.microsoft.com/office/drawing/2014/main" id="{F38441D8-9510-C040-B063-A54DE5654E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6102" y="5520809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Speciality tea</a:t>
            </a:r>
          </a:p>
        </p:txBody>
      </p:sp>
      <p:sp>
        <p:nvSpPr>
          <p:cNvPr id="97" name="Text Placeholder 65">
            <a:extLst>
              <a:ext uri="{FF2B5EF4-FFF2-40B4-BE49-F238E27FC236}">
                <a16:creationId xmlns:a16="http://schemas.microsoft.com/office/drawing/2014/main" id="{12528703-A0D1-66E9-69CD-282A10FDB1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6102" y="5876261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Chocolate</a:t>
            </a:r>
          </a:p>
        </p:txBody>
      </p:sp>
      <p:sp>
        <p:nvSpPr>
          <p:cNvPr id="98" name="Text Placeholder 65">
            <a:extLst>
              <a:ext uri="{FF2B5EF4-FFF2-40B4-BE49-F238E27FC236}">
                <a16:creationId xmlns:a16="http://schemas.microsoft.com/office/drawing/2014/main" id="{EC2A44B1-79D6-A025-FBE3-F812DB8B4D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6102" y="6231713"/>
            <a:ext cx="1093055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Chai</a:t>
            </a:r>
          </a:p>
        </p:txBody>
      </p:sp>
      <p:sp>
        <p:nvSpPr>
          <p:cNvPr id="99" name="Text Placeholder 65">
            <a:extLst>
              <a:ext uri="{FF2B5EF4-FFF2-40B4-BE49-F238E27FC236}">
                <a16:creationId xmlns:a16="http://schemas.microsoft.com/office/drawing/2014/main" id="{D9AA279F-AA7F-C071-8776-830CBC5327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5691" y="5163841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100" name="Text Placeholder 65">
            <a:extLst>
              <a:ext uri="{FF2B5EF4-FFF2-40B4-BE49-F238E27FC236}">
                <a16:creationId xmlns:a16="http://schemas.microsoft.com/office/drawing/2014/main" id="{40BF603A-D449-A196-7331-DF7649CE2B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5691" y="5519293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101" name="Text Placeholder 65">
            <a:extLst>
              <a:ext uri="{FF2B5EF4-FFF2-40B4-BE49-F238E27FC236}">
                <a16:creationId xmlns:a16="http://schemas.microsoft.com/office/drawing/2014/main" id="{2554B3C2-8F1A-59B4-21CD-B4209881E7C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5691" y="5874745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102" name="Text Placeholder 65">
            <a:extLst>
              <a:ext uri="{FF2B5EF4-FFF2-40B4-BE49-F238E27FC236}">
                <a16:creationId xmlns:a16="http://schemas.microsoft.com/office/drawing/2014/main" id="{0AC1490B-385E-DBFF-BF64-6487EB4DD5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5691" y="6230199"/>
            <a:ext cx="607952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£2.75</a:t>
            </a:r>
          </a:p>
        </p:txBody>
      </p:sp>
      <p:sp>
        <p:nvSpPr>
          <p:cNvPr id="119" name="Text Placeholder 65">
            <a:extLst>
              <a:ext uri="{FF2B5EF4-FFF2-40B4-BE49-F238E27FC236}">
                <a16:creationId xmlns:a16="http://schemas.microsoft.com/office/drawing/2014/main" id="{4292F5EF-2B6C-30E8-9EAD-1E0ADFD6E3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917066" y="2390148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Marshmallow</a:t>
            </a:r>
          </a:p>
        </p:txBody>
      </p:sp>
      <p:sp>
        <p:nvSpPr>
          <p:cNvPr id="120" name="Text Placeholder 65">
            <a:extLst>
              <a:ext uri="{FF2B5EF4-FFF2-40B4-BE49-F238E27FC236}">
                <a16:creationId xmlns:a16="http://schemas.microsoft.com/office/drawing/2014/main" id="{32256C2B-08D3-415A-D2D7-21DC161FE6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917066" y="2745600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Extra Shot</a:t>
            </a:r>
          </a:p>
        </p:txBody>
      </p:sp>
      <p:sp>
        <p:nvSpPr>
          <p:cNvPr id="123" name="Text Placeholder 65">
            <a:extLst>
              <a:ext uri="{FF2B5EF4-FFF2-40B4-BE49-F238E27FC236}">
                <a16:creationId xmlns:a16="http://schemas.microsoft.com/office/drawing/2014/main" id="{2946D399-A0DF-078C-D2C3-D7B5640BFC0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917066" y="3101052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Syrup</a:t>
            </a:r>
          </a:p>
        </p:txBody>
      </p:sp>
      <p:sp>
        <p:nvSpPr>
          <p:cNvPr id="124" name="Text Placeholder 65">
            <a:extLst>
              <a:ext uri="{FF2B5EF4-FFF2-40B4-BE49-F238E27FC236}">
                <a16:creationId xmlns:a16="http://schemas.microsoft.com/office/drawing/2014/main" id="{13D85CB7-0827-AC41-7C9A-1FABB4D39A3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17066" y="3456504"/>
            <a:ext cx="1215891" cy="26426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Cream</a:t>
            </a:r>
          </a:p>
        </p:txBody>
      </p:sp>
      <p:sp>
        <p:nvSpPr>
          <p:cNvPr id="125" name="Text Placeholder 65">
            <a:extLst>
              <a:ext uri="{FF2B5EF4-FFF2-40B4-BE49-F238E27FC236}">
                <a16:creationId xmlns:a16="http://schemas.microsoft.com/office/drawing/2014/main" id="{6920C64E-0EBD-9164-496E-CCBE702C85A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133417" y="2387774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£1.60</a:t>
            </a:r>
          </a:p>
        </p:txBody>
      </p:sp>
      <p:sp>
        <p:nvSpPr>
          <p:cNvPr id="126" name="Text Placeholder 65">
            <a:extLst>
              <a:ext uri="{FF2B5EF4-FFF2-40B4-BE49-F238E27FC236}">
                <a16:creationId xmlns:a16="http://schemas.microsoft.com/office/drawing/2014/main" id="{59254093-9237-15E9-F007-AD9AFA51EA8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3417" y="2743226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£1.80</a:t>
            </a:r>
          </a:p>
        </p:txBody>
      </p:sp>
      <p:sp>
        <p:nvSpPr>
          <p:cNvPr id="127" name="Text Placeholder 65">
            <a:extLst>
              <a:ext uri="{FF2B5EF4-FFF2-40B4-BE49-F238E27FC236}">
                <a16:creationId xmlns:a16="http://schemas.microsoft.com/office/drawing/2014/main" id="{36F20B81-1172-DDC3-1BB4-D819436FD97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133417" y="3098678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£2.50</a:t>
            </a:r>
          </a:p>
        </p:txBody>
      </p:sp>
      <p:sp>
        <p:nvSpPr>
          <p:cNvPr id="128" name="Text Placeholder 65">
            <a:extLst>
              <a:ext uri="{FF2B5EF4-FFF2-40B4-BE49-F238E27FC236}">
                <a16:creationId xmlns:a16="http://schemas.microsoft.com/office/drawing/2014/main" id="{9063A0A8-48C2-2306-F4F2-F306D6D2EA6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133417" y="3454129"/>
            <a:ext cx="676273" cy="26426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200"/>
            </a:lvl1pPr>
            <a:lvl2pPr>
              <a:defRPr sz="760"/>
            </a:lvl2pPr>
            <a:lvl3pPr>
              <a:defRPr sz="760"/>
            </a:lvl3pPr>
            <a:lvl4pPr>
              <a:defRPr sz="760"/>
            </a:lvl4pPr>
            <a:lvl5pPr>
              <a:defRPr sz="760"/>
            </a:lvl5pPr>
          </a:lstStyle>
          <a:p>
            <a:pPr lvl="0"/>
            <a:r>
              <a:rPr lang="en-GB" dirty="0"/>
              <a:t>£2.75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1F8968B-D5F8-5CCA-A02C-51CFF2B61DDC}"/>
              </a:ext>
            </a:extLst>
          </p:cNvPr>
          <p:cNvCxnSpPr>
            <a:cxnSpLocks/>
          </p:cNvCxnSpPr>
          <p:nvPr userDrawn="1"/>
        </p:nvCxnSpPr>
        <p:spPr>
          <a:xfrm>
            <a:off x="506102" y="5036710"/>
            <a:ext cx="1716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C8693AA-60CA-14FB-BD53-F96DE605C944}"/>
              </a:ext>
            </a:extLst>
          </p:cNvPr>
          <p:cNvCxnSpPr>
            <a:cxnSpLocks/>
          </p:cNvCxnSpPr>
          <p:nvPr userDrawn="1"/>
        </p:nvCxnSpPr>
        <p:spPr>
          <a:xfrm>
            <a:off x="2917066" y="2288643"/>
            <a:ext cx="18938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2" name="Picture 131" descr="A sign with text on it&#10;&#10;Description automatically generated">
            <a:extLst>
              <a:ext uri="{FF2B5EF4-FFF2-40B4-BE49-F238E27FC236}">
                <a16:creationId xmlns:a16="http://schemas.microsoft.com/office/drawing/2014/main" id="{112541C8-7F72-FCBE-F1A0-70A8C1E19B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86272" y="-28355"/>
            <a:ext cx="2572544" cy="1605226"/>
          </a:xfrm>
          <a:prstGeom prst="rect">
            <a:avLst/>
          </a:prstGeom>
        </p:spPr>
      </p:pic>
      <p:pic>
        <p:nvPicPr>
          <p:cNvPr id="133" name="Picture 132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E3D49EE9-0892-2559-082F-BB086351EB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2877" y="7528685"/>
            <a:ext cx="4859333" cy="91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89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162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u Blank"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0" descr="A menu with text on it&#10;&#10;Description automatically generated with medium confidence">
            <a:extLst>
              <a:ext uri="{FF2B5EF4-FFF2-40B4-BE49-F238E27FC236}">
                <a16:creationId xmlns:a16="http://schemas.microsoft.com/office/drawing/2014/main" id="{ADEB9FDB-F6BF-BFE9-2521-CA6F50A7A1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24" y="15460028"/>
            <a:ext cx="5143064" cy="914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84DFAF-04A3-9DDE-A12B-CF35D9AE834A}"/>
              </a:ext>
            </a:extLst>
          </p:cNvPr>
          <p:cNvSpPr txBox="1"/>
          <p:nvPr userDrawn="1"/>
        </p:nvSpPr>
        <p:spPr>
          <a:xfrm>
            <a:off x="506102" y="1985593"/>
            <a:ext cx="827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COFFEE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C25690-946A-15B0-987C-C33B90CA4AAD}"/>
              </a:ext>
            </a:extLst>
          </p:cNvPr>
          <p:cNvSpPr txBox="1"/>
          <p:nvPr userDrawn="1"/>
        </p:nvSpPr>
        <p:spPr>
          <a:xfrm>
            <a:off x="507351" y="4768170"/>
            <a:ext cx="120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HOT DRINKS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71E0F8-0A4B-54FB-B3BD-AAC00E1ED71B}"/>
              </a:ext>
            </a:extLst>
          </p:cNvPr>
          <p:cNvSpPr txBox="1"/>
          <p:nvPr userDrawn="1"/>
        </p:nvSpPr>
        <p:spPr>
          <a:xfrm>
            <a:off x="2917066" y="2020589"/>
            <a:ext cx="10354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0" dirty="0">
                <a:latin typeface="Arial" panose="020B0604020202020204" pitchFamily="34" charset="0"/>
                <a:cs typeface="Arial" panose="020B0604020202020204" pitchFamily="34" charset="0"/>
              </a:rPr>
              <a:t>EXTRAS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EADDDE-BC88-74E2-80C5-0CE91A3F33AC}"/>
              </a:ext>
            </a:extLst>
          </p:cNvPr>
          <p:cNvCxnSpPr>
            <a:cxnSpLocks/>
          </p:cNvCxnSpPr>
          <p:nvPr userDrawn="1"/>
        </p:nvCxnSpPr>
        <p:spPr>
          <a:xfrm>
            <a:off x="506102" y="2275896"/>
            <a:ext cx="176878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EAC7403-0740-91FA-0776-B92ED25975A4}"/>
              </a:ext>
            </a:extLst>
          </p:cNvPr>
          <p:cNvSpPr txBox="1"/>
          <p:nvPr userDrawn="1"/>
        </p:nvSpPr>
        <p:spPr>
          <a:xfrm>
            <a:off x="2222812" y="8434903"/>
            <a:ext cx="26481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i="0" dirty="0">
                <a:latin typeface="Arial" panose="020B0604020202020204" pitchFamily="34" charset="0"/>
                <a:cs typeface="Arial" panose="020B0604020202020204" pitchFamily="34" charset="0"/>
              </a:rPr>
              <a:t>CHANGEPLEASE.ORG  @CHANGEPLEASE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6A4CDC4-62F7-62A1-CC25-3374314603FC}"/>
              </a:ext>
            </a:extLst>
          </p:cNvPr>
          <p:cNvCxnSpPr>
            <a:cxnSpLocks/>
          </p:cNvCxnSpPr>
          <p:nvPr userDrawn="1"/>
        </p:nvCxnSpPr>
        <p:spPr>
          <a:xfrm>
            <a:off x="506102" y="5036710"/>
            <a:ext cx="171671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F4DF2F6-268A-B16B-FC83-D01D3E97875B}"/>
              </a:ext>
            </a:extLst>
          </p:cNvPr>
          <p:cNvCxnSpPr>
            <a:cxnSpLocks/>
          </p:cNvCxnSpPr>
          <p:nvPr userDrawn="1"/>
        </p:nvCxnSpPr>
        <p:spPr>
          <a:xfrm>
            <a:off x="2917066" y="2288643"/>
            <a:ext cx="18938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 descr="A sign with text on it&#10;&#10;Description automatically generated">
            <a:extLst>
              <a:ext uri="{FF2B5EF4-FFF2-40B4-BE49-F238E27FC236}">
                <a16:creationId xmlns:a16="http://schemas.microsoft.com/office/drawing/2014/main" id="{7EA95D98-EFAC-C35B-4577-1275CD8E35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86272" y="-28355"/>
            <a:ext cx="2572544" cy="1605226"/>
          </a:xfrm>
          <a:prstGeom prst="rect">
            <a:avLst/>
          </a:prstGeom>
        </p:spPr>
      </p:pic>
      <p:pic>
        <p:nvPicPr>
          <p:cNvPr id="56" name="Picture 55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222D3AF7-8917-7A6E-EEE4-54C67B3BA1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2877" y="7528685"/>
            <a:ext cx="4859333" cy="91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20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 userDrawn="1">
          <p15:clr>
            <a:srgbClr val="FBAE40"/>
          </p15:clr>
        </p15:guide>
        <p15:guide id="2" pos="162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C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35CC8-692F-ACC1-8B6E-7F9DA568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726" y="486834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E80F7-67C3-F35F-B2B5-6F8E06D29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726" y="2434165"/>
            <a:ext cx="4437638" cy="580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E4DAA-953C-884B-4B60-C49F1503B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725" y="8475134"/>
            <a:ext cx="1157645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538CF-73B1-6B4A-92B6-4285812DFE4A}" type="datetimeFigureOut">
              <a:rPr lang="en-US" smtClean="0"/>
              <a:t>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7978-F015-A994-90B7-635FD8A69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4312" y="8475134"/>
            <a:ext cx="1736467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DB256-C3E9-8EDB-74B0-86BA14F2C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3718" y="8475134"/>
            <a:ext cx="1157645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9E911-ECD3-874F-A9DF-F1C16360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4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9" r:id="rId2"/>
    <p:sldLayoutId id="2147483793" r:id="rId3"/>
    <p:sldLayoutId id="2147483790" r:id="rId4"/>
    <p:sldLayoutId id="2147483791" r:id="rId5"/>
  </p:sldLayoutIdLst>
  <p:txStyles>
    <p:titleStyle>
      <a:lvl1pPr algn="l" defTabSz="385904" rtl="0" eaLnBrk="1" latinLnBrk="0" hangingPunct="1">
        <a:lnSpc>
          <a:spcPct val="90000"/>
        </a:lnSpc>
        <a:spcBef>
          <a:spcPct val="0"/>
        </a:spcBef>
        <a:buNone/>
        <a:defRPr sz="1857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96476" indent="-96476" algn="l" defTabSz="385904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2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89428" indent="-96476" algn="l" defTabSz="38590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82381" indent="-96476" algn="l" defTabSz="38590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75333" indent="-96476" algn="l" defTabSz="38590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8285" indent="-96476" algn="l" defTabSz="38590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061238" indent="-96476" algn="l" defTabSz="38590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4190" indent="-96476" algn="l" defTabSz="38590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7142" indent="-96476" algn="l" defTabSz="38590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40094" indent="-96476" algn="l" defTabSz="38590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90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953" algn="l" defTabSz="38590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904" algn="l" defTabSz="38590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857" algn="l" defTabSz="38590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809" algn="l" defTabSz="38590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761" algn="l" defTabSz="38590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714" algn="l" defTabSz="38590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666" algn="l" defTabSz="38590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618" algn="l" defTabSz="38590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286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31092AD-49B1-1D2D-FAEB-A7CD549E27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35C7B-4206-7FFF-858B-8F63D90950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F17C8-88E4-B322-F4B6-B38AEA49F4E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A8C6B-1045-936C-BA07-55A644956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20BDC-9AEB-C8E1-C481-C51760C8E2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F9E04-AA4F-129F-3A12-51BAE578B4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F1526C-FE4A-369E-072F-38A951F09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BF1265F-79FD-62A0-E05A-15D58DD46C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7C18F45-2E03-F783-5C4D-9237A5D400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A4A210-6B9A-BE75-2A78-B18D52E808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DA576B-C548-C50C-6208-8FE04173FE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EC828A-316B-6C0B-B086-877E7F6319E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C35E6C3-45F4-EBF7-FD5B-DCC6C692CE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AC5FC4-E733-F461-A43D-0E01E13BDD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FC34505-FA28-33CA-EC24-1FDC2EAC466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A118F93-4BC7-79F1-4E78-399BC490578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3C0BEFA-011B-AD48-1522-8199C73E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2AE24BF-1E90-9A62-A478-0FFE56B9FAF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EFEC51D-CEB6-84B6-CFAB-AD26053931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1A2C952-004C-B216-8FED-C267AC51C0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5010F28-31D3-3E1C-DE9D-A0A14A04CA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DEF996A-26B2-4EB0-0132-5F5BFD5C49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C742072-C1EF-7E16-662C-35D0CD90E0D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55D78A0-39DC-D0E9-4213-255700EC8E1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EC37B25-5651-C9DA-1F5E-2A900908AB2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A581FAF-72DE-ECF3-21FF-99F9A7D595A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78C6A47-291C-CDD1-505B-6E082A094AA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F2C5ACE-1CCE-509F-481E-5122A5986A3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20A822A4-A93D-FBDD-CEE9-C0BCA91672D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3B89BD5A-2FEE-81A8-33FD-98450C97D3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04E281D-D3B0-3060-271F-B1664C0640E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B92F63C9-2178-25FE-F6C4-6D6AE3D9BEB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0E0D2C27-FABA-A381-82C8-7EE41B126C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8B7D06E-B8C8-9F41-89F0-984C72B2E9D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7482AA76-B465-D428-CA5C-9056C503CD8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090003D5-97E0-A966-9BCB-05E4AF92856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049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30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3999F3-3FCA-9517-C042-F86D29348AA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2565691"/>
            <a:ext cx="809547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8F124-FBAA-2AC7-DF92-B0AB8B4CDA0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2976238"/>
            <a:ext cx="809547" cy="406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472F0-F78C-23B0-6910-500E53F23A9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3399225"/>
            <a:ext cx="809547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A68787-C59A-6EBD-1452-CB6D7B7095B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3809774"/>
            <a:ext cx="809547" cy="406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45ED74-9F2B-0B17-0D7F-6C23602583D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4220320"/>
            <a:ext cx="809547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581C90-2F4D-79EE-9BC1-F4489AD2D2A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4643308"/>
            <a:ext cx="809547" cy="406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D2F372-0E98-6631-62B5-A3FA924D4F3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2565691"/>
            <a:ext cx="450266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6F494E-B275-60CF-08FE-B37A422B7AC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2976238"/>
            <a:ext cx="450266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0D261C6-DBD9-BD2D-B591-D6B03D1658C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3399225"/>
            <a:ext cx="450266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D4D44D-2B1D-CBC8-3B71-F048FF85B15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3809774"/>
            <a:ext cx="450266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A67A34-6108-2F87-A7B6-8723A204E02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4220320"/>
            <a:ext cx="450266" cy="406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FDBC446-0538-ACDA-743E-FFDA273062C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4643308"/>
            <a:ext cx="450266" cy="406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869C178-55FF-0B88-2B72-1F609DFC6D4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6029278"/>
            <a:ext cx="809547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A81968B-3759-F0AE-7940-4A817902FDE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6439826"/>
            <a:ext cx="809547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AC189EB-8415-FA6D-C7C2-80CF60F157B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6862814"/>
            <a:ext cx="809547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6CAEF36-E320-48E4-34C5-B1E80436570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06102" y="7273362"/>
            <a:ext cx="809547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63EF527-7DC9-2409-5518-94E78FD9B0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6029278"/>
            <a:ext cx="450266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FB42A2B-B344-EDAB-0906-876455AD043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6439826"/>
            <a:ext cx="450266" cy="406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1BBD7F-85BD-9AA0-4325-E54B30F5CD5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6862814"/>
            <a:ext cx="450266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EAC64D4-F9CD-0B8B-C707-16B55BE5820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665691" y="7273362"/>
            <a:ext cx="450266" cy="406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9673C51-EBB8-444D-2A5A-DFD96D03EAD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29132" y="2580100"/>
            <a:ext cx="683652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D3A989F-23B6-7192-5F54-8B9FD3F0A8F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29132" y="2990645"/>
            <a:ext cx="683652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D2CEF7-64ED-4D75-3FA9-EAF12E18519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29132" y="3413634"/>
            <a:ext cx="683652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455B871-9905-D100-690D-1D817314768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29132" y="3824181"/>
            <a:ext cx="683652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6735B8B-BB51-CB51-70D1-C6C64B2B435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45483" y="2580100"/>
            <a:ext cx="380244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862A3E9-DD11-C7C0-1B58-05C4D237353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45483" y="2990645"/>
            <a:ext cx="380244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AAF55E4-EB26-4353-1C78-3463BC5A0B9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45483" y="3413634"/>
            <a:ext cx="380244" cy="4064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380EB5BA-9048-270A-9160-0F1EB59D176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245483" y="3824181"/>
            <a:ext cx="380244" cy="4064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30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92673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rs and blank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 template_empty_july23" id="{0CAB817C-1418-CA4F-8136-B0820048CE9F}" vid="{F0DBB60A-B46D-0645-9FE6-57A0842D1C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ED3D979BFF1146B367A3CA8016C4CA" ma:contentTypeVersion="18" ma:contentTypeDescription="Create a new document." ma:contentTypeScope="" ma:versionID="c56e975c108769bfa8603848d95fb7fb">
  <xsd:schema xmlns:xsd="http://www.w3.org/2001/XMLSchema" xmlns:xs="http://www.w3.org/2001/XMLSchema" xmlns:p="http://schemas.microsoft.com/office/2006/metadata/properties" xmlns:ns2="fd21be98-5c43-49c8-874b-1872ed1bf9d3" xmlns:ns3="e9763022-f4c1-4918-b5d8-b8563018da80" targetNamespace="http://schemas.microsoft.com/office/2006/metadata/properties" ma:root="true" ma:fieldsID="df073b7628208b9198537a61915a9278" ns2:_="" ns3:_="">
    <xsd:import namespace="fd21be98-5c43-49c8-874b-1872ed1bf9d3"/>
    <xsd:import namespace="e9763022-f4c1-4918-b5d8-b8563018da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21be98-5c43-49c8-874b-1872ed1bf9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8e42b8d-a0e9-4761-96e7-5736653776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763022-f4c1-4918-b5d8-b8563018da8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30524d8-6fd7-442a-8f88-f6f10eafbe9a}" ma:internalName="TaxCatchAll" ma:showField="CatchAllData" ma:web="e9763022-f4c1-4918-b5d8-b8563018da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21be98-5c43-49c8-874b-1872ed1bf9d3">
      <Terms xmlns="http://schemas.microsoft.com/office/infopath/2007/PartnerControls"/>
    </lcf76f155ced4ddcb4097134ff3c332f>
    <TaxCatchAll xmlns="e9763022-f4c1-4918-b5d8-b8563018da80" xsi:nil="true"/>
  </documentManagement>
</p:properties>
</file>

<file path=customXml/itemProps1.xml><?xml version="1.0" encoding="utf-8"?>
<ds:datastoreItem xmlns:ds="http://schemas.openxmlformats.org/officeDocument/2006/customXml" ds:itemID="{BB5CE5DA-6FA1-4BAB-B6AB-81FAC68835A3}"/>
</file>

<file path=customXml/itemProps2.xml><?xml version="1.0" encoding="utf-8"?>
<ds:datastoreItem xmlns:ds="http://schemas.openxmlformats.org/officeDocument/2006/customXml" ds:itemID="{24351EE0-C676-4CAE-B305-56BF20ED11B9}"/>
</file>

<file path=customXml/itemProps3.xml><?xml version="1.0" encoding="utf-8"?>
<ds:datastoreItem xmlns:ds="http://schemas.openxmlformats.org/officeDocument/2006/customXml" ds:itemID="{5822A8A2-3AC5-4B61-A96E-B11543994E78}"/>
</file>

<file path=docProps/app.xml><?xml version="1.0" encoding="utf-8"?>
<Properties xmlns="http://schemas.openxmlformats.org/officeDocument/2006/extended-properties" xmlns:vt="http://schemas.openxmlformats.org/officeDocument/2006/docPropsVTypes">
  <Template>ChangePleasse_Core</Template>
  <TotalTime>181</TotalTime>
  <Words>0</Words>
  <Application>Microsoft Macintosh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Dividers and blanks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Vaida Gruzauskaite</dc:creator>
  <cp:lastModifiedBy>Vaida Gruzauskaite</cp:lastModifiedBy>
  <cp:revision>5</cp:revision>
  <dcterms:created xsi:type="dcterms:W3CDTF">2024-09-16T12:00:29Z</dcterms:created>
  <dcterms:modified xsi:type="dcterms:W3CDTF">2025-01-20T15:14:52Z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0x010100ECED3D979BFF1146B367A3CA8016C4CA</vt:lpwstr>
  </property>
</Properties>
</file>